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Styles</c:v>
                  </c:pt>
                  <c:pt idx="1">
                    <c:v>Patterns</c:v>
                  </c:pt>
                  <c:pt idx="2">
                    <c:v>Object families</c:v>
                  </c:pt>
                  <c:pt idx="3">
                    <c:v>Checks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36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CCD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BCCDD8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BCCDD8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9E4C0F"/>
          </a:solidFill>
          <a:ln w="12700">
            <a:solidFill>
              <a:srgbClr val="9E4C0F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3488" y="1060704"/>
            <a:ext cx="4160520" cy="20116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7333488" y="1060704"/>
            <a:ext cx="4160520" cy="2011680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3488" y="3264408"/>
            <a:ext cx="4160520" cy="248716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7333488" y="3264408"/>
            <a:ext cx="4160520" cy="2487168"/>
          </a:xfrm>
          <a:prstGeom prst="rect">
            <a:avLst/>
          </a:prstGeom>
          <a:solidFill>
            <a:srgbClr val="FBFCFD">
              <a:alpha val="0"/>
            </a:srgbClr>
          </a:solidFill>
          <a:ln w="12700">
            <a:solidFill>
              <a:srgbClr val="BCCDD8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658368" y="3154680"/>
            <a:ext cx="63093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mdpr-markdown-to-editable-pptx-de2396:title:__title:mdpr-markdown-to-editable-pptx-de2396"/>
          <p:cNvSpPr txBox="1"/>
          <p:nvPr/>
        </p:nvSpPr>
        <p:spPr>
          <a:xfrm>
            <a:off x="731520" y="310896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MDPR: Markdown to Editable PPTX</a:t>
            </a:r>
            <a:endParaRPr lang="en-US" sz="3200" dirty="0"/>
          </a:p>
        </p:txBody>
      </p:sp>
      <p:sp>
        <p:nvSpPr>
          <p:cNvPr id="41" name="Shape 37"/>
          <p:cNvSpPr/>
          <p:nvPr/>
        </p:nvSpPr>
        <p:spPr>
          <a:xfrm>
            <a:off x="2506828" y="1472184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4713580" y="1472184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19800" y="1846631"/>
            <a:ext cx="0" cy="384962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tailEnd type="triangle"/>
          </a:ln>
        </p:spPr>
      </p:sp>
      <p:sp>
        <p:nvSpPr>
          <p:cNvPr id="44" name="Shape 40"/>
          <p:cNvSpPr/>
          <p:nvPr/>
        </p:nvSpPr>
        <p:spPr>
          <a:xfrm>
            <a:off x="4713580" y="2606040"/>
            <a:ext cx="405689" cy="0"/>
          </a:xfrm>
          <a:prstGeom prst="line">
            <a:avLst/>
          </a:prstGeom>
          <a:noFill/>
          <a:ln w="12700">
            <a:solidFill>
              <a:srgbClr val="9E4C0F"/>
            </a:solidFill>
            <a:prstDash val="solid"/>
            <a:headEnd type="triangle"/>
          </a:ln>
        </p:spPr>
      </p:sp>
      <p:sp>
        <p:nvSpPr>
          <p:cNvPr id="45" name="Shape 41"/>
          <p:cNvSpPr/>
          <p:nvPr/>
        </p:nvSpPr>
        <p:spPr>
          <a:xfrm>
            <a:off x="658368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58368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772119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772119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65895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400" dirty="0"/>
          </a:p>
        </p:txBody>
      </p:sp>
      <p:sp>
        <p:nvSpPr>
          <p:cNvPr id="50" name="Shape 46"/>
          <p:cNvSpPr/>
          <p:nvPr/>
        </p:nvSpPr>
        <p:spPr>
          <a:xfrm>
            <a:off x="2865120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2865120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2978871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978871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3472647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IR</a:t>
            </a:r>
            <a:endParaRPr lang="en-US" sz="1400" dirty="0"/>
          </a:p>
        </p:txBody>
      </p:sp>
      <p:sp>
        <p:nvSpPr>
          <p:cNvPr id="55" name="Shape 51"/>
          <p:cNvSpPr/>
          <p:nvPr/>
        </p:nvSpPr>
        <p:spPr>
          <a:xfrm>
            <a:off x="5071872" y="1060704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6" name="Shape 52"/>
          <p:cNvSpPr/>
          <p:nvPr/>
        </p:nvSpPr>
        <p:spPr>
          <a:xfrm>
            <a:off x="5071872" y="1060704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185623" y="1298448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185623" y="1298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Text 55"/>
          <p:cNvSpPr txBox="1"/>
          <p:nvPr/>
        </p:nvSpPr>
        <p:spPr>
          <a:xfrm>
            <a:off x="5679399" y="1188720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Grammar</a:t>
            </a:r>
            <a:endParaRPr lang="en-US" sz="1400" dirty="0"/>
          </a:p>
        </p:txBody>
      </p:sp>
      <p:sp>
        <p:nvSpPr>
          <p:cNvPr id="60" name="Shape 56"/>
          <p:cNvSpPr/>
          <p:nvPr/>
        </p:nvSpPr>
        <p:spPr>
          <a:xfrm>
            <a:off x="5071872" y="2194560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1" name="Shape 57"/>
          <p:cNvSpPr/>
          <p:nvPr/>
        </p:nvSpPr>
        <p:spPr>
          <a:xfrm>
            <a:off x="5071872" y="2194560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5185623" y="2432304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185623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64" name="Text 60"/>
          <p:cNvSpPr txBox="1"/>
          <p:nvPr/>
        </p:nvSpPr>
        <p:spPr>
          <a:xfrm>
            <a:off x="5679399" y="2322576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Tokens</a:t>
            </a:r>
            <a:endParaRPr lang="en-US" sz="1400" dirty="0"/>
          </a:p>
        </p:txBody>
      </p:sp>
      <p:sp>
        <p:nvSpPr>
          <p:cNvPr id="65" name="Shape 61"/>
          <p:cNvSpPr/>
          <p:nvPr/>
        </p:nvSpPr>
        <p:spPr>
          <a:xfrm>
            <a:off x="2865120" y="2194560"/>
            <a:ext cx="1895856" cy="822960"/>
          </a:xfrm>
          <a:prstGeom prst="roundRect">
            <a:avLst>
              <a:gd name="adj" fmla="val 6667"/>
            </a:avLst>
          </a:prstGeom>
          <a:solidFill>
            <a:srgbClr val="FBFCFD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6" name="Shape 62"/>
          <p:cNvSpPr/>
          <p:nvPr/>
        </p:nvSpPr>
        <p:spPr>
          <a:xfrm>
            <a:off x="2865120" y="2194560"/>
            <a:ext cx="189585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2978871" y="2432304"/>
            <a:ext cx="347472" cy="34747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2978871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69" name="Text 65"/>
          <p:cNvSpPr txBox="1"/>
          <p:nvPr/>
        </p:nvSpPr>
        <p:spPr>
          <a:xfrm>
            <a:off x="3472647" y="2322576"/>
            <a:ext cx="1123737" cy="56692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400" dirty="0"/>
          </a:p>
        </p:txBody>
      </p:sp>
      <p:sp>
        <p:nvSpPr>
          <p:cNvPr id="70" name="mdpr:mdpr-markdown-to-editable-pptx-de2396:feature-summary:block-5"/>
          <p:cNvSpPr txBox="1"/>
          <p:nvPr/>
        </p:nvSpPr>
        <p:spPr>
          <a:xfrm>
            <a:off x="731520" y="3264408"/>
            <a:ext cx="6163056" cy="268833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first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editable slides, PNG previews, HTML/PDF exports.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 agent runtime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parse, split, layout, validation, render.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- 9 themes, 36+ patterns, 12 object families, chart/table/diagram/image/icon coverage.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Coherence checks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text bounds, graph containment, table fit, PPT theme colors.</a:t>
            </a:r>
            <a:endParaRPr lang="en-US" sz="1400" dirty="0"/>
          </a:p>
        </p:txBody>
      </p:sp>
      <p:graphicFrame>
        <p:nvGraphicFramePr>
          <p:cNvPr id="71" name="Chart 0" descr=""/>
          <p:cNvGraphicFramePr/>
          <p:nvPr/>
        </p:nvGraphicFramePr>
        <p:xfrm>
          <a:off x="7461504" y="1207008"/>
          <a:ext cx="3904488" cy="1719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" name="mdpr:mdpr-markdown-to-editable-pptx-de2396:table:block-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33488" y="3264408"/>
          <a:ext cx="4160520" cy="2487168"/>
        </p:xfrm>
        <a:graphic>
          <a:graphicData uri="http://schemas.openxmlformats.org/drawingml/2006/table">
            <a:tbl>
              <a:tblPr/>
              <a:tblGrid>
                <a:gridCol w="2080260"/>
                <a:gridCol w="2080260"/>
              </a:tblGrid>
              <a:tr h="12435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owns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may hint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2435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layout, theme, objects, output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grouping, review notes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C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BFCFD"/>
      </a:lt2>
      <a:accent1>
        <a:srgbClr val="0F766E"/>
      </a:accent1>
      <a:accent2>
        <a:srgbClr val="9E0F62"/>
      </a:accent2>
      <a:accent3>
        <a:srgbClr val="9E4C0F"/>
      </a:accent3>
      <a:accent4>
        <a:srgbClr val="15984D"/>
      </a:accent4>
      <a:accent5>
        <a:srgbClr val="156198"/>
      </a:accent5>
      <a:accent6>
        <a:srgbClr val="096760"/>
      </a:accent6>
      <a:hlink>
        <a:srgbClr val="0F766E"/>
      </a:hlink>
      <a:folHlink>
        <a:srgbClr val="9E0F6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MDPR: Markdown to Editable PPTX</dc:title>
  <dc:subject>Generated from Markdown through Presentation IR and Layout IR</dc:subject>
  <dc:creator>mdpresent</dc:creator>
  <cp:lastModifiedBy>mdpresent</cp:lastModifiedBy>
  <cp:revision>1</cp:revision>
  <dcterms:created xsi:type="dcterms:W3CDTF">2026-07-06T03:25:24Z</dcterms:created>
  <dcterms:modified xsi:type="dcterms:W3CDTF">2026-07-06T03:25:24Z</dcterms:modified>
</cp:coreProperties>
</file>