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Themes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F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33488" y="1060704"/>
            <a:ext cx="4160520" cy="2011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1DFE6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401568"/>
            <a:ext cx="4160520" cy="24871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33488" y="3401568"/>
            <a:ext cx="4160520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1DFE6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3" name="Shape 9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- 8 themes,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40156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2026-06-21T16:53:19Z</dcterms:created>
  <dcterms:modified xsi:type="dcterms:W3CDTF">2026-06-21T16:53:19Z</dcterms:modified>
</cp:coreProperties>
</file>