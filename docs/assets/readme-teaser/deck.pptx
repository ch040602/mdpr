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Styles</c:v>
                  </c:pt>
                  <c:pt idx="1">
                    <c:v>Patterns</c:v>
                  </c:pt>
                  <c:pt idx="2">
                    <c:v>Object families</c:v>
                  </c:pt>
                  <c:pt idx="3">
                    <c:v>Checks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36</c:v>
                </c:pt>
                <c:pt idx="2">
                  <c:v>12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1DF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3154680"/>
            <a:ext cx="63093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488" y="1060704"/>
            <a:ext cx="416052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33488" y="1060704"/>
            <a:ext cx="4160520" cy="2011680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D1DFE6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3488" y="3401568"/>
            <a:ext cx="4160520" cy="24871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33488" y="3401568"/>
            <a:ext cx="4160520" cy="2487168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D1DFE6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31520" y="310896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MDPR: Markdown to Editable PPTX</a:t>
            </a:r>
            <a:endParaRPr lang="en-US" sz="3200" dirty="0"/>
          </a:p>
        </p:txBody>
      </p:sp>
      <p:sp>
        <p:nvSpPr>
          <p:cNvPr id="9" name="Shape 5"/>
          <p:cNvSpPr/>
          <p:nvPr/>
        </p:nvSpPr>
        <p:spPr>
          <a:xfrm>
            <a:off x="2506828" y="1472184"/>
            <a:ext cx="405689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4713580" y="1472184"/>
            <a:ext cx="405689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6019800" y="1846631"/>
            <a:ext cx="0" cy="384962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4713580" y="2606040"/>
            <a:ext cx="405689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headEnd type="triangle"/>
          </a:ln>
        </p:spPr>
      </p:sp>
      <p:sp>
        <p:nvSpPr>
          <p:cNvPr id="13" name="Shape 9"/>
          <p:cNvSpPr/>
          <p:nvPr/>
        </p:nvSpPr>
        <p:spPr>
          <a:xfrm>
            <a:off x="658368" y="1060704"/>
            <a:ext cx="1895856" cy="822960"/>
          </a:xfrm>
          <a:prstGeom prst="roundRect">
            <a:avLst>
              <a:gd name="adj" fmla="val 6667"/>
            </a:avLst>
          </a:prstGeom>
          <a:solidFill>
            <a:srgbClr val="FB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1060704"/>
            <a:ext cx="189585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2119" y="1298448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2119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265895" y="1188720"/>
            <a:ext cx="1123737" cy="56692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2865120" y="1060704"/>
            <a:ext cx="1895856" cy="822960"/>
          </a:xfrm>
          <a:prstGeom prst="roundRect">
            <a:avLst>
              <a:gd name="adj" fmla="val 6667"/>
            </a:avLst>
          </a:prstGeom>
          <a:solidFill>
            <a:srgbClr val="FB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865120" y="1060704"/>
            <a:ext cx="189585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978871" y="1298448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978871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3472647" y="1188720"/>
            <a:ext cx="1123737" cy="56692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IR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071872" y="1060704"/>
            <a:ext cx="1895856" cy="822960"/>
          </a:xfrm>
          <a:prstGeom prst="roundRect">
            <a:avLst>
              <a:gd name="adj" fmla="val 6667"/>
            </a:avLst>
          </a:prstGeom>
          <a:solidFill>
            <a:srgbClr val="FB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071872" y="1060704"/>
            <a:ext cx="189585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185623" y="1298448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185623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5679399" y="1188720"/>
            <a:ext cx="1123737" cy="56692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Grammar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5071872" y="2194560"/>
            <a:ext cx="1895856" cy="822960"/>
          </a:xfrm>
          <a:prstGeom prst="roundRect">
            <a:avLst>
              <a:gd name="adj" fmla="val 6667"/>
            </a:avLst>
          </a:prstGeom>
          <a:solidFill>
            <a:srgbClr val="FB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071872" y="2194560"/>
            <a:ext cx="189585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185623" y="2432304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185623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5679399" y="2322576"/>
            <a:ext cx="1123737" cy="56692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Tokens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2865120" y="2194560"/>
            <a:ext cx="1895856" cy="822960"/>
          </a:xfrm>
          <a:prstGeom prst="roundRect">
            <a:avLst>
              <a:gd name="adj" fmla="val 6667"/>
            </a:avLst>
          </a:prstGeom>
          <a:solidFill>
            <a:srgbClr val="FB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2865120" y="2194560"/>
            <a:ext cx="189585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978871" y="2432304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2978871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3472647" y="2322576"/>
            <a:ext cx="1123737" cy="56692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PPTX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731520" y="3264408"/>
            <a:ext cx="6163056" cy="268833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PPTX first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editable slides, PNG previews, HTML/PDF exports.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 agent runtime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deterministic parse, split, layout, validation, render.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- 5 pruned styles, 36+ patterns, 12 object families, chart/table/diagram/image/icon coverage.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Coherence checks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text bounds, graph containment, table fit, PPT theme colors.</a:t>
            </a:r>
            <a:endParaRPr lang="en-US" sz="140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7461504" y="1207008"/>
          <a:ext cx="3904488" cy="17190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3488" y="3401568"/>
          <a:ext cx="4160520" cy="2487168"/>
        </p:xfrm>
        <a:graphic>
          <a:graphicData uri="http://schemas.openxmlformats.org/drawingml/2006/table">
            <a:tbl>
              <a:tblPr/>
              <a:tblGrid>
                <a:gridCol w="2080260"/>
                <a:gridCol w="2080260"/>
              </a:tblGrid>
              <a:tr h="12435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MDPR owns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Skill may hint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12435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layout, theme, objects, output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semantic grouping, review notes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8FAFC"/>
      </a:lt1>
      <a:dk2>
        <a:srgbClr val="475569"/>
      </a:dk2>
      <a:lt2>
        <a:srgbClr val="FBFCFD"/>
      </a:lt2>
      <a:accent1>
        <a:srgbClr val="0F766E"/>
      </a:accent1>
      <a:accent2>
        <a:srgbClr val="9E0F62"/>
      </a:accent2>
      <a:accent3>
        <a:srgbClr val="9E4C0F"/>
      </a:accent3>
      <a:accent4>
        <a:srgbClr val="15984D"/>
      </a:accent4>
      <a:accent5>
        <a:srgbClr val="156198"/>
      </a:accent5>
      <a:accent6>
        <a:srgbClr val="096760"/>
      </a:accent6>
      <a:hlink>
        <a:srgbClr val="0F766E"/>
      </a:hlink>
      <a:folHlink>
        <a:srgbClr val="9E0F6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MDPR: Markdown to Editable PPTX</dc:title>
  <dc:subject>Generated from Markdown through Presentation IR and Layout IR</dc:subject>
  <dc:creator>mdpresent</dc:creator>
  <cp:lastModifiedBy>mdpresent</cp:lastModifiedBy>
  <cp:revision>1</cp:revision>
  <dcterms:created xsi:type="dcterms:W3CDTF">2026-06-22T03:16:10Z</dcterms:created>
  <dcterms:modified xsi:type="dcterms:W3CDTF">2026-06-22T03:16:10Z</dcterms:modified>
</cp:coreProperties>
</file>