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Styles</c:v>
                  </c:pt>
                  <c:pt idx="1">
                    <c:v>Patterns</c:v>
                  </c:pt>
                  <c:pt idx="2">
                    <c:v>Object families</c:v>
                  </c:pt>
                  <c:pt idx="3">
                    <c:v>Checks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36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CCD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9E0F62">
              <a:alpha val="18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43800" y="1024128"/>
            <a:ext cx="4041648" cy="1700784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543800" y="1024128"/>
            <a:ext cx="4041648" cy="1700784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3800" y="2980944"/>
            <a:ext cx="4041648" cy="248716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7543800" y="2980944"/>
            <a:ext cx="4041648" cy="248716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566928" y="3529584"/>
            <a:ext cx="6784848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mdpr:mdpr-markdown-to-editable-pptx-de2396:title:__title:mdpr-markdown-to-editable-pptx-de2396"/>
          <p:cNvSpPr txBox="1"/>
          <p:nvPr/>
        </p:nvSpPr>
        <p:spPr>
          <a:xfrm>
            <a:off x="731520" y="310896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MDPR: Markdown to Editable PPTX</a:t>
            </a:r>
            <a:endParaRPr lang="en-US" sz="3200" dirty="0"/>
          </a:p>
        </p:txBody>
      </p:sp>
      <p:sp>
        <p:nvSpPr>
          <p:cNvPr id="43" name="Shape 39"/>
          <p:cNvSpPr/>
          <p:nvPr/>
        </p:nvSpPr>
        <p:spPr>
          <a:xfrm>
            <a:off x="2569921" y="1513332"/>
            <a:ext cx="413614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4" name="Shape 40"/>
          <p:cNvSpPr/>
          <p:nvPr/>
        </p:nvSpPr>
        <p:spPr>
          <a:xfrm>
            <a:off x="4935169" y="1513332"/>
            <a:ext cx="413614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6324600" y="1958508"/>
            <a:ext cx="0" cy="398953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4935169" y="2802636"/>
            <a:ext cx="413614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47" name="Shape 43"/>
          <p:cNvSpPr/>
          <p:nvPr/>
        </p:nvSpPr>
        <p:spPr>
          <a:xfrm>
            <a:off x="566928" y="1024128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4"/>
          <p:cNvSpPr/>
          <p:nvPr/>
        </p:nvSpPr>
        <p:spPr>
          <a:xfrm>
            <a:off x="566928" y="1024128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90189" y="1339596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90189" y="1339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1183965" y="1152144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2932176" y="1024128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2932176" y="1024128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3055437" y="1339596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3055437" y="1339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56" name="Text 52"/>
          <p:cNvSpPr txBox="1"/>
          <p:nvPr/>
        </p:nvSpPr>
        <p:spPr>
          <a:xfrm>
            <a:off x="3549213" y="1152144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5297424" y="1024128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8" name="Shape 54"/>
          <p:cNvSpPr/>
          <p:nvPr/>
        </p:nvSpPr>
        <p:spPr>
          <a:xfrm>
            <a:off x="5297424" y="1024128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420685" y="1339596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420685" y="1339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61" name="Text 57"/>
          <p:cNvSpPr txBox="1"/>
          <p:nvPr/>
        </p:nvSpPr>
        <p:spPr>
          <a:xfrm>
            <a:off x="5914461" y="1152144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Grammar</a:t>
            </a:r>
            <a:endParaRPr lang="en-US" sz="1200" dirty="0"/>
          </a:p>
        </p:txBody>
      </p:sp>
      <p:sp>
        <p:nvSpPr>
          <p:cNvPr id="62" name="Shape 58"/>
          <p:cNvSpPr/>
          <p:nvPr/>
        </p:nvSpPr>
        <p:spPr>
          <a:xfrm>
            <a:off x="5297424" y="2313432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3" name="Shape 59"/>
          <p:cNvSpPr/>
          <p:nvPr/>
        </p:nvSpPr>
        <p:spPr>
          <a:xfrm>
            <a:off x="5297424" y="2313432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5420685" y="2628900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5420685" y="26289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66" name="Text 62"/>
          <p:cNvSpPr txBox="1"/>
          <p:nvPr/>
        </p:nvSpPr>
        <p:spPr>
          <a:xfrm>
            <a:off x="5914461" y="2441448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Tokens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2932176" y="2313432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8" name="Shape 64"/>
          <p:cNvSpPr/>
          <p:nvPr/>
        </p:nvSpPr>
        <p:spPr>
          <a:xfrm>
            <a:off x="2932176" y="2313432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3055437" y="2628900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3055437" y="26289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71" name="Text 67"/>
          <p:cNvSpPr txBox="1"/>
          <p:nvPr/>
        </p:nvSpPr>
        <p:spPr>
          <a:xfrm>
            <a:off x="3549213" y="2441448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200" dirty="0"/>
          </a:p>
        </p:txBody>
      </p:sp>
      <p:sp>
        <p:nvSpPr>
          <p:cNvPr id="72" name="mdpr:mdpr-markdown-to-editable-pptx-de2396:feature-summary:mdpr-markdown-to-editable-pptx-de2396-teaser-overview"/>
          <p:cNvSpPr txBox="1"/>
          <p:nvPr/>
        </p:nvSpPr>
        <p:spPr>
          <a:xfrm>
            <a:off x="640080" y="3639312"/>
            <a:ext cx="6638544" cy="2286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Runtime Pipeline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Markdown -&gt; Semantic IR -&gt; Layout Grammar -&gt; Theme Tokens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Main Proof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PPTX first editable slides, PNG previews, HTML/PDF exports.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Coverage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signal: Styles, Patterns, Object families.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Boundary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Table proof: MDPR owns / Skill may hint.</a:t>
            </a:r>
            <a:endParaRPr lang="en-US" sz="14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7671816" y="1170432"/>
          <a:ext cx="3785616" cy="140817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" name="mdpr:mdpr-markdown-to-editable-pptx-de2396:table:block-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2980944"/>
          <a:ext cx="4041648" cy="2487168"/>
        </p:xfrm>
        <a:graphic>
          <a:graphicData uri="http://schemas.openxmlformats.org/drawingml/2006/table">
            <a:tbl>
              <a:tblPr/>
              <a:tblGrid>
                <a:gridCol w="2020824"/>
                <a:gridCol w="2020824"/>
              </a:tblGrid>
              <a:tr h="12435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owns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may hint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2435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layout, theme, objects, output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grouping, review notes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B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MDPR: Markdown to Editable PPTX</dc:title>
  <dc:subject>Generated from Markdown through Presentation IR and Layout IR</dc:subject>
  <dc:creator>mdpresent</dc:creator>
  <cp:lastModifiedBy>mdpresent</cp:lastModifiedBy>
  <cp:revision>1</cp:revision>
  <dcterms:created xsi:type="dcterms:W3CDTF">2026-07-06T05:10:40Z</dcterms:created>
  <dcterms:modified xsi:type="dcterms:W3CDTF">2026-07-06T05:10:40Z</dcterms:modified>
</cp:coreProperties>
</file>