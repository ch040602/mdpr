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43800" y="1024128"/>
            <a:ext cx="4041648" cy="1700784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543800" y="1024128"/>
            <a:ext cx="4041648" cy="1700784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3800" y="2980944"/>
            <a:ext cx="4041648" cy="248716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7543800" y="2980944"/>
            <a:ext cx="4041648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566928" y="3529584"/>
            <a:ext cx="6784848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1" name="Shape 37"/>
          <p:cNvSpPr/>
          <p:nvPr/>
        </p:nvSpPr>
        <p:spPr>
          <a:xfrm>
            <a:off x="2569921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4935169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324600" y="1958508"/>
            <a:ext cx="0" cy="398953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935169" y="2802636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5" name="Shape 41"/>
          <p:cNvSpPr/>
          <p:nvPr/>
        </p:nvSpPr>
        <p:spPr>
          <a:xfrm>
            <a:off x="566928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566928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0189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0189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183965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2932176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932176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055437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3055437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3549213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5297424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5297424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20685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20685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5"/>
          <p:cNvSpPr txBox="1"/>
          <p:nvPr/>
        </p:nvSpPr>
        <p:spPr>
          <a:xfrm>
            <a:off x="5914461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97424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5297424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420685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420685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4" name="Text 60"/>
          <p:cNvSpPr txBox="1"/>
          <p:nvPr/>
        </p:nvSpPr>
        <p:spPr>
          <a:xfrm>
            <a:off x="5914461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2932176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6" name="Shape 62"/>
          <p:cNvSpPr/>
          <p:nvPr/>
        </p:nvSpPr>
        <p:spPr>
          <a:xfrm>
            <a:off x="2932176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055437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055437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69" name="Text 65"/>
          <p:cNvSpPr txBox="1"/>
          <p:nvPr/>
        </p:nvSpPr>
        <p:spPr>
          <a:xfrm>
            <a:off x="3549213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200" dirty="0"/>
          </a:p>
        </p:txBody>
      </p:sp>
      <p:sp>
        <p:nvSpPr>
          <p:cNvPr id="70" name="mdpr:mdpr-markdown-to-editable-pptx-de2396:feature-summary:mdpr-markdown-to-editable-pptx-de2396-teaser-overview"/>
          <p:cNvSpPr txBox="1"/>
          <p:nvPr/>
        </p:nvSpPr>
        <p:spPr>
          <a:xfrm>
            <a:off x="640080" y="3639312"/>
            <a:ext cx="6638544" cy="2286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Pipeline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Markdown -&gt; Semantic IR -&gt; Layout Grammar -&gt; Theme Tokens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Main Proof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PPTX first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Coverage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signal: Styles, Patterns, Object families.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Boundary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Table proof: MDPR owns / Skill may hint.</a:t>
            </a:r>
            <a:endParaRPr lang="en-US" sz="1400" dirty="0"/>
          </a:p>
        </p:txBody>
      </p:sp>
      <p:graphicFrame>
        <p:nvGraphicFramePr>
          <p:cNvPr id="71" name="Chart 0" descr=""/>
          <p:cNvGraphicFramePr/>
          <p:nvPr/>
        </p:nvGraphicFramePr>
        <p:xfrm>
          <a:off x="7671816" y="1170432"/>
          <a:ext cx="3785616" cy="14081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2980944"/>
          <a:ext cx="4041648" cy="2487168"/>
        </p:xfrm>
        <a:graphic>
          <a:graphicData uri="http://schemas.openxmlformats.org/drawingml/2006/table">
            <a:tbl>
              <a:tblPr/>
              <a:tblGrid>
                <a:gridCol w="2020824"/>
                <a:gridCol w="2020824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2026-07-06T04:51:30Z</dcterms:created>
  <dcterms:modified xsi:type="dcterms:W3CDTF">2026-07-06T04:51:30Z</dcterms:modified>
</cp:coreProperties>
</file>