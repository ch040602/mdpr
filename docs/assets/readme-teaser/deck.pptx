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333488" y="1060704"/>
            <a:ext cx="4160520" cy="2011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264408"/>
            <a:ext cx="4160520" cy="248716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7333488" y="3264408"/>
            <a:ext cx="4160520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1" name="Shape 37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5" name="Shape 41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5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4" name="Text 60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6" name="Shape 62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69" name="Text 65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70" name="mdpr:mdpr-markdown-to-editable-pptx-de2396:feature-summary:block-5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- 9 themes,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71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26440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2026-07-06T03:49:26Z</dcterms:created>
  <dcterms:modified xsi:type="dcterms:W3CDTF">2026-07-06T03:49:26Z</dcterms:modified>
</cp:coreProperties>
</file>