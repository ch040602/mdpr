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6294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585769-197C-A479-D7C8-F8EB1C5530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84951"/>
            <a:ext cx="9144000" cy="2308013"/>
          </a:xfrm>
        </p:spPr>
        <p:txBody>
          <a:bodyPr anchor="b"/>
          <a:lstStyle>
            <a:lvl1pPr algn="ctr"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4F10697-58EF-9A0C-B83B-64FF9A36E6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81970"/>
            <a:ext cx="9144000" cy="1600570"/>
          </a:xfrm>
        </p:spPr>
        <p:txBody>
          <a:bodyPr/>
          <a:lstStyle>
            <a:lvl1pPr marL="0" indent="0" algn="ctr">
              <a:buNone/>
              <a:defRPr sz="2320"/>
            </a:lvl1pPr>
            <a:lvl2pPr marL="441975" indent="0" algn="ctr">
              <a:buNone/>
              <a:defRPr sz="1933"/>
            </a:lvl2pPr>
            <a:lvl3pPr marL="883950" indent="0" algn="ctr">
              <a:buNone/>
              <a:defRPr sz="1740"/>
            </a:lvl3pPr>
            <a:lvl4pPr marL="1325926" indent="0" algn="ctr">
              <a:buNone/>
              <a:defRPr sz="1547"/>
            </a:lvl4pPr>
            <a:lvl5pPr marL="1767901" indent="0" algn="ctr">
              <a:buNone/>
              <a:defRPr sz="1547"/>
            </a:lvl5pPr>
            <a:lvl6pPr marL="2209876" indent="0" algn="ctr">
              <a:buNone/>
              <a:defRPr sz="1547"/>
            </a:lvl6pPr>
            <a:lvl7pPr marL="2651851" indent="0" algn="ctr">
              <a:buNone/>
              <a:defRPr sz="1547"/>
            </a:lvl7pPr>
            <a:lvl8pPr marL="3093827" indent="0" algn="ctr">
              <a:buNone/>
              <a:defRPr sz="1547"/>
            </a:lvl8pPr>
            <a:lvl9pPr marL="3535802" indent="0" algn="ctr">
              <a:buNone/>
              <a:defRPr sz="1547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55C1705-0B89-E804-DA9D-DB48C5CD27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85E764-7A1F-47F0-B9E8-2D5FA3D39BA4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50104B6-B633-D24F-849F-59437C2F0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A8FF753-1670-F08C-8BE0-1D8A605874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DEE82-26BD-43D4-83B4-2883EB6109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02785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74619E-B947-75F5-769B-0AFD87C2E9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B9EB162-A28B-F787-7A7F-3A62896F80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7B048D-D640-7C7E-7CFD-5A22D96B4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85E764-7A1F-47F0-B9E8-2D5FA3D39BA4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A9CC615-CF80-D7FE-A455-9B4AF5000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E81604-FC87-EA55-6875-B7E608DC6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DEE82-26BD-43D4-83B4-2883EB6109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79429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D5C373-DB1E-74CF-82F1-2360044BA4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652747"/>
            <a:ext cx="10515600" cy="2757646"/>
          </a:xfrm>
        </p:spPr>
        <p:txBody>
          <a:bodyPr anchor="b"/>
          <a:lstStyle>
            <a:lvl1pPr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0320B77-9E27-1B25-5D17-C42CC4307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436481"/>
            <a:ext cx="10515600" cy="1450181"/>
          </a:xfrm>
        </p:spPr>
        <p:txBody>
          <a:bodyPr/>
          <a:lstStyle>
            <a:lvl1pPr marL="0" indent="0">
              <a:buNone/>
              <a:defRPr sz="2320">
                <a:solidFill>
                  <a:schemeClr val="tx1">
                    <a:tint val="82000"/>
                  </a:schemeClr>
                </a:solidFill>
              </a:defRPr>
            </a:lvl1pPr>
            <a:lvl2pPr marL="441975" indent="0">
              <a:buNone/>
              <a:defRPr sz="1933">
                <a:solidFill>
                  <a:schemeClr val="tx1">
                    <a:tint val="82000"/>
                  </a:schemeClr>
                </a:solidFill>
              </a:defRPr>
            </a:lvl2pPr>
            <a:lvl3pPr marL="883950" indent="0">
              <a:buNone/>
              <a:defRPr sz="1740">
                <a:solidFill>
                  <a:schemeClr val="tx1">
                    <a:tint val="82000"/>
                  </a:schemeClr>
                </a:solidFill>
              </a:defRPr>
            </a:lvl3pPr>
            <a:lvl4pPr marL="132592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4pPr>
            <a:lvl5pPr marL="176790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5pPr>
            <a:lvl6pPr marL="220987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6pPr>
            <a:lvl7pPr marL="265185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7pPr>
            <a:lvl8pPr marL="3093827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8pPr>
            <a:lvl9pPr marL="3535802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41C82A1-FC68-9D99-2B83-BF9ED9E515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85E764-7A1F-47F0-B9E8-2D5FA3D39BA4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1936CED-5350-153E-C127-1337B3BB8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50FB06A-C177-84B8-EFEA-9F8E9021C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DEE82-26BD-43D4-83B4-2883EB6109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77061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26570E-4364-5B03-56C4-DD9036141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1EBA03C-F4C7-1986-FC67-F11D2BD079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6D1C400-518F-1670-7885-7BFBE9FF8F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E463DA4-1583-855F-11B6-68E9839339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85E764-7A1F-47F0-B9E8-2D5FA3D39BA4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78866DE-016F-6E08-F879-058FD324F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658A1AF-804A-C622-8F24-BE2C4D823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DEE82-26BD-43D4-83B4-2883EB6109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2755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0E51E5-3FC1-35D0-EC75-40A5F918A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52954"/>
            <a:ext cx="10515600" cy="128137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589A2E8-0D9F-2974-BA48-83B95AB024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25124"/>
            <a:ext cx="5157787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8E1D3EA-FF46-F129-8AB1-6173B9B1DD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421573"/>
            <a:ext cx="5157787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EC5B5AA-AB70-0EE0-03DA-87490AD595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25124"/>
            <a:ext cx="5183188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C51ED59-0950-9E3B-8EA0-3C8B14F168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421573"/>
            <a:ext cx="5183188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E20ECA5-16D1-84E8-6F25-EFF2DF1553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85E764-7A1F-47F0-B9E8-2D5FA3D39BA4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8214AEA-6352-4EC1-A422-D58222F99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FEAEF0E-D50E-FD5D-D809-43A0FD78CD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DEE82-26BD-43D4-83B4-2883EB6109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92149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CB6D57-1D50-E8D2-2523-542839C72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CB81D08-078B-6AC2-303C-665C24CAD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85E764-7A1F-47F0-B9E8-2D5FA3D39BA4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7A160A4-764F-92C2-0475-A0F42DF93F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5242458-3DC6-C8CB-BA81-12D20E34D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DEE82-26BD-43D4-83B4-2883EB6109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38618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721FE66-8EDA-C5BF-10EC-62DC06127F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85E764-7A1F-47F0-B9E8-2D5FA3D39BA4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361BB77-61A2-39F2-756A-997A746B76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06D9F6-9707-BC4B-A55B-1914487C4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DEE82-26BD-43D4-83B4-2883EB6109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2573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A6AF5D-5319-0BC9-E492-09094B9B8D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507981C-B5E8-A2B8-B57C-6781406E9C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>
              <a:defRPr sz="3093"/>
            </a:lvl1pPr>
            <a:lvl2pPr>
              <a:defRPr sz="2707"/>
            </a:lvl2pPr>
            <a:lvl3pPr>
              <a:defRPr sz="2320"/>
            </a:lvl3pPr>
            <a:lvl4pPr>
              <a:defRPr sz="1933"/>
            </a:lvl4pPr>
            <a:lvl5pPr>
              <a:defRPr sz="1933"/>
            </a:lvl5pPr>
            <a:lvl6pPr>
              <a:defRPr sz="1933"/>
            </a:lvl6pPr>
            <a:lvl7pPr>
              <a:defRPr sz="1933"/>
            </a:lvl7pPr>
            <a:lvl8pPr>
              <a:defRPr sz="1933"/>
            </a:lvl8pPr>
            <a:lvl9pPr>
              <a:defRPr sz="193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C54BC6C-736C-883B-3AE0-71230AA4FF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7675CF0-1403-E0F4-E04E-204E45C8C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85E764-7A1F-47F0-B9E8-2D5FA3D39BA4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000EE28-36C9-A4FC-3259-E057A38B32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3271716-2ADD-AB70-B8F7-F0F1E2299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DEE82-26BD-43D4-83B4-2883EB6109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38959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563CD7-245A-6C71-D253-CDAC909C7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3D29349-7C52-C8B1-DD37-59E626A458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 marL="0" indent="0">
              <a:buNone/>
              <a:defRPr sz="3093"/>
            </a:lvl1pPr>
            <a:lvl2pPr marL="441975" indent="0">
              <a:buNone/>
              <a:defRPr sz="2707"/>
            </a:lvl2pPr>
            <a:lvl3pPr marL="883950" indent="0">
              <a:buNone/>
              <a:defRPr sz="2320"/>
            </a:lvl3pPr>
            <a:lvl4pPr marL="1325926" indent="0">
              <a:buNone/>
              <a:defRPr sz="1933"/>
            </a:lvl4pPr>
            <a:lvl5pPr marL="1767901" indent="0">
              <a:buNone/>
              <a:defRPr sz="1933"/>
            </a:lvl5pPr>
            <a:lvl6pPr marL="2209876" indent="0">
              <a:buNone/>
              <a:defRPr sz="1933"/>
            </a:lvl6pPr>
            <a:lvl7pPr marL="2651851" indent="0">
              <a:buNone/>
              <a:defRPr sz="1933"/>
            </a:lvl7pPr>
            <a:lvl8pPr marL="3093827" indent="0">
              <a:buNone/>
              <a:defRPr sz="1933"/>
            </a:lvl8pPr>
            <a:lvl9pPr marL="3535802" indent="0">
              <a:buNone/>
              <a:defRPr sz="1933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01A59B1-2ADF-C50F-C3CA-36B6FCB6EF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4C142B8-65A4-9088-524B-F174AA6F5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85E764-7A1F-47F0-B9E8-2D5FA3D39BA4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BE5D496-DF43-392A-DBB8-A6D0DFA63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1E85CE6-F47F-8DBB-A1AA-80B4AF518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DEE82-26BD-43D4-83B4-2883EB6109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46995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8657B5-8026-22BC-4219-82E45F4EE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0193D8A-BC59-B1C6-EF42-2B91A73F73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761B21-D396-A188-B5EC-DE883EB41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85E764-7A1F-47F0-B9E8-2D5FA3D39BA4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D0D4E04-27B9-CA3A-466F-D9A0E0DC0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CD0CE3-69D7-78A6-5927-09C7FC6E6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DEE82-26BD-43D4-83B4-2883EB6109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02582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CD1E4B5-C7B9-BB2D-05A4-B8CFF42B87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52954"/>
            <a:ext cx="2628900" cy="561811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05B8027-93B8-1BB1-0F6D-EDFB436A54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52954"/>
            <a:ext cx="7734300" cy="561811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38F253-8AFB-2C83-1A0D-636EA9A41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85E764-7A1F-47F0-B9E8-2D5FA3D39BA4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B5D8A02-CDD8-207C-89DF-22A9F6384E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181A3F9-2DC5-E3E9-C18D-C029DA4AC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DEE82-26BD-43D4-83B4-2883EB6109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4498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183D978-A36D-96AD-55AF-AC01716BB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2954"/>
            <a:ext cx="10515600" cy="12813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6F21B5C-F42E-214E-81B5-0F7493716F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764771"/>
            <a:ext cx="10515600" cy="42062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4305EDD-1ABB-2DD0-7EDE-F8A27482D1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85E764-7A1F-47F0-B9E8-2D5FA3D39BA4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981720-97A1-0DF7-1D25-E41894E4B8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144472"/>
            <a:ext cx="41148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4289F7-1AA8-AA84-C8D3-600ED030F2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4DEE82-26BD-43D4-83B4-2883EB6109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84993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883950" rtl="0" eaLnBrk="1" latinLnBrk="1" hangingPunct="1">
        <a:lnSpc>
          <a:spcPct val="90000"/>
        </a:lnSpc>
        <a:spcBef>
          <a:spcPct val="0"/>
        </a:spcBef>
        <a:buNone/>
        <a:defRPr sz="425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0988" indent="-220988" algn="l" defTabSz="883950" rtl="0" eaLnBrk="1" latinLnBrk="1" hangingPunct="1">
        <a:lnSpc>
          <a:spcPct val="90000"/>
        </a:lnSpc>
        <a:spcBef>
          <a:spcPts val="967"/>
        </a:spcBef>
        <a:buFont typeface="Arial" panose="020B0604020202020204" pitchFamily="34" charset="0"/>
        <a:buChar char="•"/>
        <a:defRPr sz="2707" kern="1200">
          <a:solidFill>
            <a:schemeClr val="tx1"/>
          </a:solidFill>
          <a:latin typeface="+mn-lt"/>
          <a:ea typeface="+mn-ea"/>
          <a:cs typeface="+mn-cs"/>
        </a:defRPr>
      </a:lvl1pPr>
      <a:lvl2pPr marL="66296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2320" kern="1200">
          <a:solidFill>
            <a:schemeClr val="tx1"/>
          </a:solidFill>
          <a:latin typeface="+mn-lt"/>
          <a:ea typeface="+mn-ea"/>
          <a:cs typeface="+mn-cs"/>
        </a:defRPr>
      </a:lvl2pPr>
      <a:lvl3pPr marL="1104938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933" kern="1200">
          <a:solidFill>
            <a:schemeClr val="tx1"/>
          </a:solidFill>
          <a:latin typeface="+mn-lt"/>
          <a:ea typeface="+mn-ea"/>
          <a:cs typeface="+mn-cs"/>
        </a:defRPr>
      </a:lvl3pPr>
      <a:lvl4pPr marL="154691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98888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43086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87283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31481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756790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1pPr>
      <a:lvl2pPr marL="441975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2pPr>
      <a:lvl3pPr marL="88395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3pPr>
      <a:lvl4pPr marL="132592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76790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20987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65185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093827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535802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6C434DC-5591-357B-13D0-4BF84AE6E0AF}"/>
              </a:ext>
            </a:extLst>
          </p:cNvPr>
          <p:cNvSpPr/>
          <p:nvPr/>
        </p:nvSpPr>
        <p:spPr>
          <a:xfrm>
            <a:off x="0" y="0"/>
            <a:ext cx="12191695" cy="6629400"/>
          </a:xfrm>
          <a:prstGeom prst="rect">
            <a:avLst/>
          </a:prstGeom>
          <a:solidFill>
            <a:srgbClr val="F7F2EA"/>
          </a:solidFill>
          <a:ln w="10450">
            <a:solidFill>
              <a:srgbClr val="F7F2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74E0BF-749C-DFA5-5335-29855E826039}"/>
              </a:ext>
            </a:extLst>
          </p:cNvPr>
          <p:cNvSpPr txBox="1"/>
          <p:nvPr/>
        </p:nvSpPr>
        <p:spPr>
          <a:xfrm>
            <a:off x="592168" y="314024"/>
            <a:ext cx="8185852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2736" b="1">
                <a:solidFill>
                  <a:srgbClr val="111827"/>
                </a:solidFill>
                <a:latin typeface="Aptos" panose="020B0004020202020204" pitchFamily="34" charset="0"/>
              </a:rPr>
              <a:t>MDPR Deterministic Presentation Pipeline</a:t>
            </a:r>
            <a:endParaRPr lang="ko-KR" altLang="en-US" sz="2736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34F893-B47F-7DC2-0C14-C75B2FD802FC}"/>
              </a:ext>
            </a:extLst>
          </p:cNvPr>
          <p:cNvSpPr txBox="1"/>
          <p:nvPr/>
        </p:nvSpPr>
        <p:spPr>
          <a:xfrm>
            <a:off x="592168" y="767615"/>
            <a:ext cx="10624192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152">
                <a:solidFill>
                  <a:srgbClr val="64748B"/>
                </a:solidFill>
                <a:latin typeface="Aptos" panose="020B0004020202020204" pitchFamily="34" charset="0"/>
              </a:rPr>
              <a:t>Markdown becomes coherent PPTX/HTML/PDF through MDPR rules; mdpr-skill may add compact hints, but MDPR owns final layout.</a:t>
            </a:r>
            <a:endParaRPr lang="ko-KR" altLang="en-US" sz="1152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75C2AF2-04D3-0229-BE64-51FFDF40631D}"/>
              </a:ext>
            </a:extLst>
          </p:cNvPr>
          <p:cNvSpPr/>
          <p:nvPr/>
        </p:nvSpPr>
        <p:spPr>
          <a:xfrm>
            <a:off x="627001" y="1099085"/>
            <a:ext cx="10937692" cy="12212"/>
          </a:xfrm>
          <a:prstGeom prst="rect">
            <a:avLst/>
          </a:prstGeom>
          <a:solidFill>
            <a:srgbClr val="E7D8C7"/>
          </a:solidFill>
          <a:ln w="10450">
            <a:solidFill>
              <a:srgbClr val="E7D8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D2D94F4-25DE-4239-6DC1-83896C5A5156}"/>
              </a:ext>
            </a:extLst>
          </p:cNvPr>
          <p:cNvSpPr/>
          <p:nvPr/>
        </p:nvSpPr>
        <p:spPr>
          <a:xfrm>
            <a:off x="3152424" y="1099085"/>
            <a:ext cx="10450" cy="4291664"/>
          </a:xfrm>
          <a:prstGeom prst="rect">
            <a:avLst/>
          </a:prstGeom>
          <a:solidFill>
            <a:srgbClr val="E7D8C7"/>
          </a:solidFill>
          <a:ln w="10450">
            <a:solidFill>
              <a:srgbClr val="E7D8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14C40C1-0189-E4E3-9BE5-F7C1A8264C90}"/>
              </a:ext>
            </a:extLst>
          </p:cNvPr>
          <p:cNvSpPr/>
          <p:nvPr/>
        </p:nvSpPr>
        <p:spPr>
          <a:xfrm>
            <a:off x="5677846" y="1099085"/>
            <a:ext cx="10451" cy="4291664"/>
          </a:xfrm>
          <a:prstGeom prst="rect">
            <a:avLst/>
          </a:prstGeom>
          <a:solidFill>
            <a:srgbClr val="E7D8C7"/>
          </a:solidFill>
          <a:ln w="10450">
            <a:solidFill>
              <a:srgbClr val="E7D8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36A8E3D-831F-E54C-410D-D7FB0A653E7E}"/>
              </a:ext>
            </a:extLst>
          </p:cNvPr>
          <p:cNvSpPr/>
          <p:nvPr/>
        </p:nvSpPr>
        <p:spPr>
          <a:xfrm>
            <a:off x="9805606" y="1099085"/>
            <a:ext cx="10450" cy="4291664"/>
          </a:xfrm>
          <a:prstGeom prst="rect">
            <a:avLst/>
          </a:prstGeom>
          <a:solidFill>
            <a:srgbClr val="E7D8C7"/>
          </a:solidFill>
          <a:ln w="10450">
            <a:solidFill>
              <a:srgbClr val="E7D8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483ED2A0-EF79-17AA-ECCB-0EBDCED124FF}"/>
              </a:ext>
            </a:extLst>
          </p:cNvPr>
          <p:cNvSpPr/>
          <p:nvPr/>
        </p:nvSpPr>
        <p:spPr>
          <a:xfrm>
            <a:off x="653127" y="1360772"/>
            <a:ext cx="2438339" cy="3663616"/>
          </a:xfrm>
          <a:prstGeom prst="roundRect">
            <a:avLst/>
          </a:prstGeom>
          <a:solidFill>
            <a:srgbClr val="0F172A">
              <a:alpha val="12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DF13B276-461B-470D-7E3A-4C68B2EF0B70}"/>
              </a:ext>
            </a:extLst>
          </p:cNvPr>
          <p:cNvSpPr/>
          <p:nvPr/>
        </p:nvSpPr>
        <p:spPr>
          <a:xfrm>
            <a:off x="627001" y="1308434"/>
            <a:ext cx="2438339" cy="3663616"/>
          </a:xfrm>
          <a:prstGeom prst="roundRect">
            <a:avLst/>
          </a:prstGeom>
          <a:solidFill>
            <a:srgbClr val="EEF4EF"/>
          </a:solidFill>
          <a:ln w="13063">
            <a:solidFill>
              <a:srgbClr val="C8D8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FECDE0-CBAE-D409-2768-9F3AC015220D}"/>
              </a:ext>
            </a:extLst>
          </p:cNvPr>
          <p:cNvSpPr txBox="1"/>
          <p:nvPr/>
        </p:nvSpPr>
        <p:spPr>
          <a:xfrm>
            <a:off x="836002" y="1526507"/>
            <a:ext cx="2020338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440" b="1">
                <a:solidFill>
                  <a:srgbClr val="334155"/>
                </a:solidFill>
                <a:latin typeface="Aptos" panose="020B0004020202020204" pitchFamily="34" charset="0"/>
              </a:rPr>
              <a:t>1. Content Contract</a:t>
            </a:r>
            <a:endParaRPr lang="ko-KR" altLang="en-US" sz="1440" b="1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49C5F0-828C-E047-8520-0CBC1744A7FB}"/>
              </a:ext>
            </a:extLst>
          </p:cNvPr>
          <p:cNvSpPr txBox="1"/>
          <p:nvPr/>
        </p:nvSpPr>
        <p:spPr>
          <a:xfrm>
            <a:off x="836002" y="1849254"/>
            <a:ext cx="2020338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152">
                <a:solidFill>
                  <a:srgbClr val="64748B"/>
                </a:solidFill>
                <a:latin typeface="Aptos" panose="020B0004020202020204" pitchFamily="34" charset="0"/>
              </a:rPr>
              <a:t>semantic structure only</a:t>
            </a:r>
            <a:endParaRPr lang="ko-KR" altLang="en-US" sz="1152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28659AF6-C18E-85B4-2D14-EEE7801239B2}"/>
              </a:ext>
            </a:extLst>
          </p:cNvPr>
          <p:cNvSpPr/>
          <p:nvPr/>
        </p:nvSpPr>
        <p:spPr>
          <a:xfrm>
            <a:off x="3352716" y="1360772"/>
            <a:ext cx="2264172" cy="3663616"/>
          </a:xfrm>
          <a:prstGeom prst="roundRect">
            <a:avLst/>
          </a:prstGeom>
          <a:solidFill>
            <a:srgbClr val="0F172A">
              <a:alpha val="12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6B2753C6-17B7-0BCB-68A9-1DD1232EEC5E}"/>
              </a:ext>
            </a:extLst>
          </p:cNvPr>
          <p:cNvSpPr/>
          <p:nvPr/>
        </p:nvSpPr>
        <p:spPr>
          <a:xfrm>
            <a:off x="3326591" y="1308434"/>
            <a:ext cx="2264172" cy="3663616"/>
          </a:xfrm>
          <a:prstGeom prst="roundRect">
            <a:avLst/>
          </a:prstGeom>
          <a:solidFill>
            <a:srgbClr val="FFF3DE"/>
          </a:solidFill>
          <a:ln w="13063">
            <a:solidFill>
              <a:srgbClr val="E4BF7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78D885-C4C0-89A2-2359-AB1C0C2A3F59}"/>
              </a:ext>
            </a:extLst>
          </p:cNvPr>
          <p:cNvSpPr txBox="1"/>
          <p:nvPr/>
        </p:nvSpPr>
        <p:spPr>
          <a:xfrm>
            <a:off x="3535592" y="1526507"/>
            <a:ext cx="1846171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440" b="1">
                <a:solidFill>
                  <a:srgbClr val="8B4E16"/>
                </a:solidFill>
                <a:latin typeface="Aptos" panose="020B0004020202020204" pitchFamily="34" charset="0"/>
              </a:rPr>
              <a:t>2. Agent Hints</a:t>
            </a:r>
            <a:endParaRPr lang="ko-KR" altLang="en-US" sz="1440" b="1">
              <a:solidFill>
                <a:srgbClr val="8B4E16"/>
              </a:solidFill>
              <a:latin typeface="Aptos" panose="020B00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60F5FE-CB7A-83F3-BE74-C7B86DC7F89F}"/>
              </a:ext>
            </a:extLst>
          </p:cNvPr>
          <p:cNvSpPr txBox="1"/>
          <p:nvPr/>
        </p:nvSpPr>
        <p:spPr>
          <a:xfrm>
            <a:off x="3535592" y="1849254"/>
            <a:ext cx="1846171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152">
                <a:solidFill>
                  <a:srgbClr val="64748B"/>
                </a:solidFill>
                <a:latin typeface="Aptos" panose="020B0004020202020204" pitchFamily="34" charset="0"/>
              </a:rPr>
              <a:t>small optional tags</a:t>
            </a:r>
            <a:endParaRPr lang="ko-KR" altLang="en-US" sz="1152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30441CB7-B019-987C-1B31-480633502CBB}"/>
              </a:ext>
            </a:extLst>
          </p:cNvPr>
          <p:cNvSpPr/>
          <p:nvPr/>
        </p:nvSpPr>
        <p:spPr>
          <a:xfrm>
            <a:off x="5878139" y="1360772"/>
            <a:ext cx="3744591" cy="3663616"/>
          </a:xfrm>
          <a:prstGeom prst="roundRect">
            <a:avLst/>
          </a:prstGeom>
          <a:solidFill>
            <a:srgbClr val="0F172A">
              <a:alpha val="12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D3F4BEE3-1A68-DBDB-A5B8-4DE73CFBDDE8}"/>
              </a:ext>
            </a:extLst>
          </p:cNvPr>
          <p:cNvSpPr/>
          <p:nvPr/>
        </p:nvSpPr>
        <p:spPr>
          <a:xfrm>
            <a:off x="5852014" y="1308434"/>
            <a:ext cx="3744592" cy="3663616"/>
          </a:xfrm>
          <a:prstGeom prst="roundRect">
            <a:avLst/>
          </a:prstGeom>
          <a:solidFill>
            <a:srgbClr val="EAF7F3"/>
          </a:solidFill>
          <a:ln w="13063">
            <a:solidFill>
              <a:srgbClr val="7CC7B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14745B4-D294-504D-746D-BCC0DE285541}"/>
              </a:ext>
            </a:extLst>
          </p:cNvPr>
          <p:cNvSpPr txBox="1"/>
          <p:nvPr/>
        </p:nvSpPr>
        <p:spPr>
          <a:xfrm>
            <a:off x="6061014" y="1526507"/>
            <a:ext cx="3326591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440" b="1">
                <a:solidFill>
                  <a:srgbClr val="115E59"/>
                </a:solidFill>
                <a:latin typeface="Aptos" panose="020B0004020202020204" pitchFamily="34" charset="0"/>
              </a:rPr>
              <a:t>3. MDPR Design Rules</a:t>
            </a:r>
            <a:endParaRPr lang="ko-KR" altLang="en-US" sz="1440" b="1">
              <a:solidFill>
                <a:srgbClr val="115E59"/>
              </a:solidFill>
              <a:latin typeface="Aptos" panose="020B00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803C05A-5AD0-19AE-32E0-F7DF1687C2E8}"/>
              </a:ext>
            </a:extLst>
          </p:cNvPr>
          <p:cNvSpPr txBox="1"/>
          <p:nvPr/>
        </p:nvSpPr>
        <p:spPr>
          <a:xfrm>
            <a:off x="6061014" y="1849254"/>
            <a:ext cx="3326591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152">
                <a:solidFill>
                  <a:srgbClr val="64748B"/>
                </a:solidFill>
                <a:latin typeface="Aptos" panose="020B0004020202020204" pitchFamily="34" charset="0"/>
              </a:rPr>
              <a:t>final visual choices</a:t>
            </a:r>
            <a:endParaRPr lang="ko-KR" altLang="en-US" sz="1152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BBCB0C96-1979-01EC-FBB6-3F1E112E1775}"/>
              </a:ext>
            </a:extLst>
          </p:cNvPr>
          <p:cNvSpPr/>
          <p:nvPr/>
        </p:nvSpPr>
        <p:spPr>
          <a:xfrm>
            <a:off x="9953648" y="1360772"/>
            <a:ext cx="1828755" cy="3663616"/>
          </a:xfrm>
          <a:prstGeom prst="roundRect">
            <a:avLst/>
          </a:prstGeom>
          <a:solidFill>
            <a:srgbClr val="0F172A">
              <a:alpha val="12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975AC123-2380-D80E-1604-7A65BDCB7637}"/>
              </a:ext>
            </a:extLst>
          </p:cNvPr>
          <p:cNvSpPr/>
          <p:nvPr/>
        </p:nvSpPr>
        <p:spPr>
          <a:xfrm>
            <a:off x="9927523" y="1308434"/>
            <a:ext cx="1828755" cy="3663616"/>
          </a:xfrm>
          <a:prstGeom prst="roundRect">
            <a:avLst/>
          </a:prstGeom>
          <a:solidFill>
            <a:srgbClr val="F1F0FA"/>
          </a:solidFill>
          <a:ln w="13063">
            <a:solidFill>
              <a:srgbClr val="B8B5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0DD945F-12BF-A174-1AD7-775BAA340DAE}"/>
              </a:ext>
            </a:extLst>
          </p:cNvPr>
          <p:cNvSpPr txBox="1"/>
          <p:nvPr/>
        </p:nvSpPr>
        <p:spPr>
          <a:xfrm>
            <a:off x="10136524" y="1526507"/>
            <a:ext cx="1410753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440" b="1">
                <a:solidFill>
                  <a:srgbClr val="4338CA"/>
                </a:solidFill>
                <a:latin typeface="Aptos" panose="020B0004020202020204" pitchFamily="34" charset="0"/>
              </a:rPr>
              <a:t>4. Outputs</a:t>
            </a:r>
            <a:endParaRPr lang="ko-KR" altLang="en-US" sz="1440" b="1">
              <a:solidFill>
                <a:srgbClr val="4338CA"/>
              </a:solidFill>
              <a:latin typeface="Aptos" panose="020B00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124607D-E1AA-036A-D3F9-E0598A771030}"/>
              </a:ext>
            </a:extLst>
          </p:cNvPr>
          <p:cNvSpPr txBox="1"/>
          <p:nvPr/>
        </p:nvSpPr>
        <p:spPr>
          <a:xfrm>
            <a:off x="10136524" y="1849254"/>
            <a:ext cx="1410753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152">
                <a:solidFill>
                  <a:srgbClr val="64748B"/>
                </a:solidFill>
                <a:latin typeface="Aptos" panose="020B0004020202020204" pitchFamily="34" charset="0"/>
              </a:rPr>
              <a:t>PPTX, HTML, PDF</a:t>
            </a:r>
            <a:endParaRPr lang="ko-KR" altLang="en-US" sz="1152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A850B075-6184-AB3B-AC4A-9C06ED382C6F}"/>
              </a:ext>
            </a:extLst>
          </p:cNvPr>
          <p:cNvSpPr/>
          <p:nvPr/>
        </p:nvSpPr>
        <p:spPr>
          <a:xfrm>
            <a:off x="1523962" y="2189447"/>
            <a:ext cx="696668" cy="296578"/>
          </a:xfrm>
          <a:prstGeom prst="roundRect">
            <a:avLst/>
          </a:prstGeom>
          <a:solidFill>
            <a:srgbClr val="0F172A">
              <a:alpha val="12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2D01B07-734B-9B98-BCED-5FD03A8A507A}"/>
              </a:ext>
            </a:extLst>
          </p:cNvPr>
          <p:cNvSpPr/>
          <p:nvPr/>
        </p:nvSpPr>
        <p:spPr>
          <a:xfrm>
            <a:off x="1497837" y="2137109"/>
            <a:ext cx="696668" cy="296579"/>
          </a:xfrm>
          <a:prstGeom prst="roundRect">
            <a:avLst/>
          </a:prstGeom>
          <a:solidFill>
            <a:srgbClr val="EEF4EF"/>
          </a:solidFill>
          <a:ln w="9579">
            <a:solidFill>
              <a:srgbClr val="C8D8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703260D-4B25-02C7-AAFD-F2697E464642}"/>
              </a:ext>
            </a:extLst>
          </p:cNvPr>
          <p:cNvSpPr txBox="1"/>
          <p:nvPr/>
        </p:nvSpPr>
        <p:spPr>
          <a:xfrm>
            <a:off x="1497837" y="2137109"/>
            <a:ext cx="696668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40" b="1">
                <a:solidFill>
                  <a:srgbClr val="334155"/>
                </a:solidFill>
                <a:latin typeface="Aptos" panose="020B0004020202020204" pitchFamily="34" charset="0"/>
              </a:rPr>
              <a:t>source</a:t>
            </a:r>
            <a:endParaRPr lang="ko-KR" altLang="en-US" sz="940" b="1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2F017678-01A8-5957-B5FB-EFBA91C6E957}"/>
              </a:ext>
            </a:extLst>
          </p:cNvPr>
          <p:cNvSpPr/>
          <p:nvPr/>
        </p:nvSpPr>
        <p:spPr>
          <a:xfrm>
            <a:off x="914377" y="2738989"/>
            <a:ext cx="1915838" cy="915904"/>
          </a:xfrm>
          <a:prstGeom prst="roundRect">
            <a:avLst/>
          </a:prstGeom>
          <a:solidFill>
            <a:srgbClr val="0F172A">
              <a:alpha val="12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63C82649-D1B6-BD43-25EB-8E5E275A9353}"/>
              </a:ext>
            </a:extLst>
          </p:cNvPr>
          <p:cNvSpPr/>
          <p:nvPr/>
        </p:nvSpPr>
        <p:spPr>
          <a:xfrm>
            <a:off x="888252" y="2686652"/>
            <a:ext cx="1915838" cy="915903"/>
          </a:xfrm>
          <a:prstGeom prst="roundRect">
            <a:avLst/>
          </a:prstGeom>
          <a:solidFill>
            <a:srgbClr val="FFFDF8"/>
          </a:solidFill>
          <a:ln w="12192">
            <a:solidFill>
              <a:srgbClr val="DACF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8CCDF3FC-63BB-C70C-4CA4-68ADCC0EE341}"/>
              </a:ext>
            </a:extLst>
          </p:cNvPr>
          <p:cNvSpPr/>
          <p:nvPr/>
        </p:nvSpPr>
        <p:spPr>
          <a:xfrm>
            <a:off x="1071128" y="2896001"/>
            <a:ext cx="191583" cy="191904"/>
          </a:xfrm>
          <a:prstGeom prst="ellipse">
            <a:avLst/>
          </a:prstGeom>
          <a:solidFill>
            <a:srgbClr val="86A789"/>
          </a:solidFill>
          <a:ln w="8708">
            <a:solidFill>
              <a:srgbClr val="86A78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8258662-60E8-FF9F-639D-D31F1F0B5C6F}"/>
              </a:ext>
            </a:extLst>
          </p:cNvPr>
          <p:cNvSpPr txBox="1"/>
          <p:nvPr/>
        </p:nvSpPr>
        <p:spPr>
          <a:xfrm>
            <a:off x="1393337" y="2869832"/>
            <a:ext cx="1254003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80" b="1">
                <a:solidFill>
                  <a:srgbClr val="111827"/>
                </a:solidFill>
                <a:latin typeface="Aptos" panose="020B0004020202020204" pitchFamily="34" charset="0"/>
              </a:rPr>
              <a:t>Markdown</a:t>
            </a:r>
            <a:endParaRPr lang="ko-KR" altLang="en-US" sz="10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75DFB43-88E0-2236-2128-738C821ECCBE}"/>
              </a:ext>
            </a:extLst>
          </p:cNvPr>
          <p:cNvSpPr txBox="1"/>
          <p:nvPr/>
        </p:nvSpPr>
        <p:spPr>
          <a:xfrm>
            <a:off x="1201753" y="3192580"/>
            <a:ext cx="142817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40">
                <a:solidFill>
                  <a:srgbClr val="526071"/>
                </a:solidFill>
                <a:latin typeface="Aptos" panose="020B0004020202020204" pitchFamily="34" charset="0"/>
              </a:rPr>
              <a:t>headings, tables</a:t>
            </a:r>
            <a:endParaRPr lang="ko-KR" altLang="en-US" sz="94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BD6EFB6-954E-1C2B-DBE3-00F5804919D3}"/>
              </a:ext>
            </a:extLst>
          </p:cNvPr>
          <p:cNvSpPr txBox="1"/>
          <p:nvPr/>
        </p:nvSpPr>
        <p:spPr>
          <a:xfrm>
            <a:off x="1201753" y="3349592"/>
            <a:ext cx="142817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40">
                <a:solidFill>
                  <a:srgbClr val="526071"/>
                </a:solidFill>
                <a:latin typeface="Aptos" panose="020B0004020202020204" pitchFamily="34" charset="0"/>
              </a:rPr>
              <a:t>charts and images</a:t>
            </a:r>
            <a:endParaRPr lang="ko-KR" altLang="en-US" sz="94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38AE1DD7-76E1-9050-2468-C57C1490EB0B}"/>
              </a:ext>
            </a:extLst>
          </p:cNvPr>
          <p:cNvSpPr/>
          <p:nvPr/>
        </p:nvSpPr>
        <p:spPr>
          <a:xfrm>
            <a:off x="914377" y="3960194"/>
            <a:ext cx="1915838" cy="915904"/>
          </a:xfrm>
          <a:prstGeom prst="roundRect">
            <a:avLst/>
          </a:prstGeom>
          <a:solidFill>
            <a:srgbClr val="0F172A">
              <a:alpha val="12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AC2D0F64-D279-51A9-2B4B-690081A45199}"/>
              </a:ext>
            </a:extLst>
          </p:cNvPr>
          <p:cNvSpPr/>
          <p:nvPr/>
        </p:nvSpPr>
        <p:spPr>
          <a:xfrm>
            <a:off x="888252" y="3907857"/>
            <a:ext cx="1915838" cy="915904"/>
          </a:xfrm>
          <a:prstGeom prst="roundRect">
            <a:avLst/>
          </a:prstGeom>
          <a:solidFill>
            <a:srgbClr val="FFFDF8"/>
          </a:solidFill>
          <a:ln w="12192">
            <a:solidFill>
              <a:srgbClr val="DACF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A626D0A0-0758-D0C3-8E47-757C65F99039}"/>
              </a:ext>
            </a:extLst>
          </p:cNvPr>
          <p:cNvSpPr/>
          <p:nvPr/>
        </p:nvSpPr>
        <p:spPr>
          <a:xfrm>
            <a:off x="1071128" y="4117206"/>
            <a:ext cx="191583" cy="191904"/>
          </a:xfrm>
          <a:prstGeom prst="ellipse">
            <a:avLst/>
          </a:prstGeom>
          <a:solidFill>
            <a:srgbClr val="86A789"/>
          </a:solidFill>
          <a:ln w="8708">
            <a:solidFill>
              <a:srgbClr val="86A78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95AE25D-C99C-B893-BDD9-90A8BB25F3DE}"/>
              </a:ext>
            </a:extLst>
          </p:cNvPr>
          <p:cNvSpPr txBox="1"/>
          <p:nvPr/>
        </p:nvSpPr>
        <p:spPr>
          <a:xfrm>
            <a:off x="1393337" y="4091037"/>
            <a:ext cx="1254003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80" b="1">
                <a:solidFill>
                  <a:srgbClr val="111827"/>
                </a:solidFill>
                <a:latin typeface="Aptos" panose="020B0004020202020204" pitchFamily="34" charset="0"/>
              </a:rPr>
              <a:t>MDPR Splitter</a:t>
            </a:r>
            <a:endParaRPr lang="ko-KR" altLang="en-US" sz="10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CE403D6-5617-4F68-EA79-9E6E1039B704}"/>
              </a:ext>
            </a:extLst>
          </p:cNvPr>
          <p:cNvSpPr txBox="1"/>
          <p:nvPr/>
        </p:nvSpPr>
        <p:spPr>
          <a:xfrm>
            <a:off x="1201753" y="4413785"/>
            <a:ext cx="142817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40">
                <a:solidFill>
                  <a:srgbClr val="526071"/>
                </a:solidFill>
                <a:latin typeface="Aptos" panose="020B0004020202020204" pitchFamily="34" charset="0"/>
              </a:rPr>
              <a:t>Pandoc or simple AST</a:t>
            </a:r>
            <a:endParaRPr lang="ko-KR" altLang="en-US" sz="94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C2F8576-2B21-6D2B-0341-E847FDE1F6CA}"/>
              </a:ext>
            </a:extLst>
          </p:cNvPr>
          <p:cNvSpPr txBox="1"/>
          <p:nvPr/>
        </p:nvSpPr>
        <p:spPr>
          <a:xfrm>
            <a:off x="1201753" y="4570797"/>
            <a:ext cx="142817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40">
                <a:solidFill>
                  <a:srgbClr val="526071"/>
                </a:solidFill>
                <a:latin typeface="Aptos" panose="020B0004020202020204" pitchFamily="34" charset="0"/>
              </a:rPr>
              <a:t>slide/object split</a:t>
            </a:r>
            <a:endParaRPr lang="ko-KR" altLang="en-US" sz="94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285EEDB6-C489-3A07-9694-B107617823D1}"/>
              </a:ext>
            </a:extLst>
          </p:cNvPr>
          <p:cNvCxnSpPr/>
          <p:nvPr/>
        </p:nvCxnSpPr>
        <p:spPr>
          <a:xfrm>
            <a:off x="1846171" y="2433688"/>
            <a:ext cx="0" cy="235518"/>
          </a:xfrm>
          <a:prstGeom prst="line">
            <a:avLst/>
          </a:prstGeom>
          <a:ln w="34833">
            <a:solidFill>
              <a:srgbClr val="111827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3972A59-007F-B423-B0D4-DDEEEA1682C1}"/>
              </a:ext>
            </a:extLst>
          </p:cNvPr>
          <p:cNvCxnSpPr/>
          <p:nvPr/>
        </p:nvCxnSpPr>
        <p:spPr>
          <a:xfrm>
            <a:off x="1846171" y="3602556"/>
            <a:ext cx="0" cy="287855"/>
          </a:xfrm>
          <a:prstGeom prst="line">
            <a:avLst/>
          </a:prstGeom>
          <a:ln w="29608">
            <a:solidFill>
              <a:srgbClr val="475569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F4A19E95-3920-D5A2-BDA4-191A8D275BEF}"/>
              </a:ext>
            </a:extLst>
          </p:cNvPr>
          <p:cNvSpPr/>
          <p:nvPr/>
        </p:nvSpPr>
        <p:spPr>
          <a:xfrm>
            <a:off x="3613967" y="2180724"/>
            <a:ext cx="1785212" cy="907181"/>
          </a:xfrm>
          <a:prstGeom prst="roundRect">
            <a:avLst/>
          </a:prstGeom>
          <a:solidFill>
            <a:srgbClr val="0F172A">
              <a:alpha val="12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F9C86E90-9211-2D35-3D9A-C0492E136527}"/>
              </a:ext>
            </a:extLst>
          </p:cNvPr>
          <p:cNvSpPr/>
          <p:nvPr/>
        </p:nvSpPr>
        <p:spPr>
          <a:xfrm>
            <a:off x="3587842" y="2128386"/>
            <a:ext cx="1785212" cy="907181"/>
          </a:xfrm>
          <a:prstGeom prst="roundRect">
            <a:avLst/>
          </a:prstGeom>
          <a:solidFill>
            <a:srgbClr val="FFFDF8"/>
          </a:solidFill>
          <a:ln w="12192">
            <a:solidFill>
              <a:srgbClr val="E4BF7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D7F24FB9-724D-C8A2-FC94-099B969FBEC9}"/>
              </a:ext>
            </a:extLst>
          </p:cNvPr>
          <p:cNvSpPr/>
          <p:nvPr/>
        </p:nvSpPr>
        <p:spPr>
          <a:xfrm>
            <a:off x="3770717" y="2337736"/>
            <a:ext cx="191584" cy="191903"/>
          </a:xfrm>
          <a:prstGeom prst="ellipse">
            <a:avLst/>
          </a:prstGeom>
          <a:solidFill>
            <a:srgbClr val="E9B44C"/>
          </a:solidFill>
          <a:ln w="8708">
            <a:solidFill>
              <a:srgbClr val="E9B44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EDCAF52-273E-6141-D52C-EE077FBB13FD}"/>
              </a:ext>
            </a:extLst>
          </p:cNvPr>
          <p:cNvSpPr txBox="1"/>
          <p:nvPr/>
        </p:nvSpPr>
        <p:spPr>
          <a:xfrm>
            <a:off x="4092926" y="2311567"/>
            <a:ext cx="1123378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80" b="1">
                <a:solidFill>
                  <a:srgbClr val="111827"/>
                </a:solidFill>
                <a:latin typeface="Aptos" panose="020B0004020202020204" pitchFamily="34" charset="0"/>
              </a:rPr>
              <a:t>Slide Element IR</a:t>
            </a:r>
            <a:endParaRPr lang="ko-KR" altLang="en-US" sz="10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9D760DA-5404-DD8B-E71D-8C1463C76447}"/>
              </a:ext>
            </a:extLst>
          </p:cNvPr>
          <p:cNvSpPr txBox="1"/>
          <p:nvPr/>
        </p:nvSpPr>
        <p:spPr>
          <a:xfrm>
            <a:off x="3901342" y="2634314"/>
            <a:ext cx="1297545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40">
                <a:solidFill>
                  <a:srgbClr val="526071"/>
                </a:solidFill>
                <a:latin typeface="Aptos" panose="020B0004020202020204" pitchFamily="34" charset="0"/>
              </a:rPr>
              <a:t>semantic blocks</a:t>
            </a:r>
            <a:endParaRPr lang="ko-KR" altLang="en-US" sz="94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BE0C74D-F772-922D-7FB0-0EB25F406808}"/>
              </a:ext>
            </a:extLst>
          </p:cNvPr>
          <p:cNvSpPr txBox="1"/>
          <p:nvPr/>
        </p:nvSpPr>
        <p:spPr>
          <a:xfrm>
            <a:off x="3901342" y="2791326"/>
            <a:ext cx="1297545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40">
                <a:solidFill>
                  <a:srgbClr val="526071"/>
                </a:solidFill>
                <a:latin typeface="Aptos" panose="020B0004020202020204" pitchFamily="34" charset="0"/>
              </a:rPr>
              <a:t>graph kept whole</a:t>
            </a:r>
            <a:endParaRPr lang="ko-KR" altLang="en-US" sz="94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CC1CB9F4-30A7-3A69-4BE7-6FF6CBEE911B}"/>
              </a:ext>
            </a:extLst>
          </p:cNvPr>
          <p:cNvSpPr/>
          <p:nvPr/>
        </p:nvSpPr>
        <p:spPr>
          <a:xfrm>
            <a:off x="3613967" y="3628724"/>
            <a:ext cx="1785212" cy="1081639"/>
          </a:xfrm>
          <a:prstGeom prst="roundRect">
            <a:avLst/>
          </a:prstGeom>
          <a:solidFill>
            <a:srgbClr val="0F172A">
              <a:alpha val="12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55C3CFCC-BF69-0746-3B39-6F3F3F7F95E3}"/>
              </a:ext>
            </a:extLst>
          </p:cNvPr>
          <p:cNvSpPr/>
          <p:nvPr/>
        </p:nvSpPr>
        <p:spPr>
          <a:xfrm>
            <a:off x="3587842" y="3576387"/>
            <a:ext cx="1785212" cy="1081639"/>
          </a:xfrm>
          <a:prstGeom prst="roundRect">
            <a:avLst/>
          </a:prstGeom>
          <a:solidFill>
            <a:srgbClr val="FFFDF8"/>
          </a:solidFill>
          <a:ln w="12192">
            <a:solidFill>
              <a:srgbClr val="E4BF7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61B98E03-6A8C-8C24-8C3F-53C56939F2E8}"/>
              </a:ext>
            </a:extLst>
          </p:cNvPr>
          <p:cNvSpPr/>
          <p:nvPr/>
        </p:nvSpPr>
        <p:spPr>
          <a:xfrm>
            <a:off x="3770717" y="3785736"/>
            <a:ext cx="191584" cy="191904"/>
          </a:xfrm>
          <a:prstGeom prst="ellipse">
            <a:avLst/>
          </a:prstGeom>
          <a:solidFill>
            <a:srgbClr val="E9B44C"/>
          </a:solidFill>
          <a:ln w="8708">
            <a:solidFill>
              <a:srgbClr val="E9B44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51C71AD-81BC-8CE4-645E-BBA5DC1F3B5C}"/>
              </a:ext>
            </a:extLst>
          </p:cNvPr>
          <p:cNvSpPr txBox="1"/>
          <p:nvPr/>
        </p:nvSpPr>
        <p:spPr>
          <a:xfrm>
            <a:off x="4092926" y="3759568"/>
            <a:ext cx="1123378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80" b="1">
                <a:solidFill>
                  <a:srgbClr val="111827"/>
                </a:solidFill>
                <a:latin typeface="Aptos" panose="020B0004020202020204" pitchFamily="34" charset="0"/>
              </a:rPr>
              <a:t>Hint Packet</a:t>
            </a:r>
            <a:endParaRPr lang="ko-KR" altLang="en-US" sz="10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A0B59BB-24EA-5522-976F-D71161432280}"/>
              </a:ext>
            </a:extLst>
          </p:cNvPr>
          <p:cNvSpPr txBox="1"/>
          <p:nvPr/>
        </p:nvSpPr>
        <p:spPr>
          <a:xfrm>
            <a:off x="3901342" y="4082315"/>
            <a:ext cx="1297545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40">
                <a:solidFill>
                  <a:srgbClr val="526071"/>
                </a:solidFill>
                <a:latin typeface="Aptos" panose="020B0004020202020204" pitchFamily="34" charset="0"/>
              </a:rPr>
              <a:t>intent + importance</a:t>
            </a:r>
            <a:endParaRPr lang="ko-KR" altLang="en-US" sz="94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A84F632F-BC20-C1A8-E4E3-EBEC5139E10D}"/>
              </a:ext>
            </a:extLst>
          </p:cNvPr>
          <p:cNvSpPr/>
          <p:nvPr/>
        </p:nvSpPr>
        <p:spPr>
          <a:xfrm>
            <a:off x="3901342" y="4204435"/>
            <a:ext cx="1149503" cy="296579"/>
          </a:xfrm>
          <a:prstGeom prst="roundRect">
            <a:avLst/>
          </a:prstGeom>
          <a:solidFill>
            <a:srgbClr val="FFF7E6"/>
          </a:solidFill>
          <a:ln w="9579">
            <a:solidFill>
              <a:srgbClr val="E9B44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46F24C3-41CB-8863-A948-59B0019129CD}"/>
              </a:ext>
            </a:extLst>
          </p:cNvPr>
          <p:cNvSpPr txBox="1"/>
          <p:nvPr/>
        </p:nvSpPr>
        <p:spPr>
          <a:xfrm>
            <a:off x="3901342" y="4204435"/>
            <a:ext cx="1149503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40" b="1">
                <a:solidFill>
                  <a:srgbClr val="7C3D12"/>
                </a:solidFill>
                <a:latin typeface="Aptos" panose="020B0004020202020204" pitchFamily="34" charset="0"/>
              </a:rPr>
              <a:t>hints only</a:t>
            </a:r>
            <a:endParaRPr lang="ko-KR" altLang="en-US" sz="940" b="1">
              <a:solidFill>
                <a:srgbClr val="7C3D12"/>
              </a:solidFill>
              <a:latin typeface="Aptos" panose="020B0004020202020204" pitchFamily="34" charset="0"/>
            </a:endParaRPr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1D2DABA3-9C4E-1DFD-F7EC-9BF2BB533050}"/>
              </a:ext>
            </a:extLst>
          </p:cNvPr>
          <p:cNvCxnSpPr/>
          <p:nvPr/>
        </p:nvCxnSpPr>
        <p:spPr>
          <a:xfrm>
            <a:off x="2804090" y="4361447"/>
            <a:ext cx="348334" cy="0"/>
          </a:xfrm>
          <a:prstGeom prst="line">
            <a:avLst/>
          </a:prstGeom>
          <a:ln w="29608">
            <a:solidFill>
              <a:srgbClr val="475569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3F338964-EC07-058D-90A4-425336B3F358}"/>
              </a:ext>
            </a:extLst>
          </p:cNvPr>
          <p:cNvCxnSpPr/>
          <p:nvPr/>
        </p:nvCxnSpPr>
        <p:spPr>
          <a:xfrm flipV="1">
            <a:off x="3152424" y="2581977"/>
            <a:ext cx="0" cy="1779470"/>
          </a:xfrm>
          <a:prstGeom prst="line">
            <a:avLst/>
          </a:prstGeom>
          <a:ln w="29608">
            <a:solidFill>
              <a:srgbClr val="475569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F6756C27-450C-CCE3-E52F-F70B7DFFE781}"/>
              </a:ext>
            </a:extLst>
          </p:cNvPr>
          <p:cNvCxnSpPr/>
          <p:nvPr/>
        </p:nvCxnSpPr>
        <p:spPr>
          <a:xfrm>
            <a:off x="3152424" y="2581977"/>
            <a:ext cx="418001" cy="0"/>
          </a:xfrm>
          <a:prstGeom prst="line">
            <a:avLst/>
          </a:prstGeom>
          <a:ln w="29608">
            <a:solidFill>
              <a:srgbClr val="475569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60BE548E-BB38-3968-96CD-32AE1A546DFC}"/>
              </a:ext>
            </a:extLst>
          </p:cNvPr>
          <p:cNvCxnSpPr/>
          <p:nvPr/>
        </p:nvCxnSpPr>
        <p:spPr>
          <a:xfrm>
            <a:off x="4476094" y="3035567"/>
            <a:ext cx="0" cy="523374"/>
          </a:xfrm>
          <a:prstGeom prst="line">
            <a:avLst/>
          </a:prstGeom>
          <a:ln w="24383">
            <a:solidFill>
              <a:srgbClr val="A85520"/>
            </a:solidFill>
            <a:prstDash val="dash"/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75FC485B-0DC2-E036-6BED-0F2ED8E15BE4}"/>
              </a:ext>
            </a:extLst>
          </p:cNvPr>
          <p:cNvSpPr/>
          <p:nvPr/>
        </p:nvSpPr>
        <p:spPr>
          <a:xfrm>
            <a:off x="6252598" y="2250507"/>
            <a:ext cx="2995673" cy="680386"/>
          </a:xfrm>
          <a:prstGeom prst="roundRect">
            <a:avLst/>
          </a:prstGeom>
          <a:solidFill>
            <a:srgbClr val="0F172A">
              <a:alpha val="12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DF001091-BAAB-22E8-CC0C-C1AE7BAD6D3B}"/>
              </a:ext>
            </a:extLst>
          </p:cNvPr>
          <p:cNvSpPr/>
          <p:nvPr/>
        </p:nvSpPr>
        <p:spPr>
          <a:xfrm>
            <a:off x="6226473" y="2198170"/>
            <a:ext cx="2995674" cy="680385"/>
          </a:xfrm>
          <a:prstGeom prst="roundRect">
            <a:avLst/>
          </a:prstGeom>
          <a:solidFill>
            <a:srgbClr val="DCFCE7"/>
          </a:solidFill>
          <a:ln w="13063">
            <a:solidFill>
              <a:srgbClr val="7CC7B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442F25F-6EE7-2426-E090-BF8615C94E80}"/>
              </a:ext>
            </a:extLst>
          </p:cNvPr>
          <p:cNvSpPr txBox="1"/>
          <p:nvPr/>
        </p:nvSpPr>
        <p:spPr>
          <a:xfrm>
            <a:off x="6487723" y="2355182"/>
            <a:ext cx="2525423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224" b="1">
                <a:solidFill>
                  <a:srgbClr val="14532D"/>
                </a:solidFill>
                <a:latin typeface="Aptos" panose="020B0004020202020204" pitchFamily="34" charset="0"/>
              </a:rPr>
              <a:t>Rule Engine Boundary</a:t>
            </a:r>
            <a:endParaRPr lang="ko-KR" altLang="en-US" sz="1224" b="1">
              <a:solidFill>
                <a:srgbClr val="14532D"/>
              </a:solidFill>
              <a:latin typeface="Aptos" panose="020B0004020202020204" pitchFamily="34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5A45945-ABC7-BA7C-65CD-88BB93BE495D}"/>
              </a:ext>
            </a:extLst>
          </p:cNvPr>
          <p:cNvSpPr txBox="1"/>
          <p:nvPr/>
        </p:nvSpPr>
        <p:spPr>
          <a:xfrm>
            <a:off x="6487723" y="2634314"/>
            <a:ext cx="2525423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40">
                <a:solidFill>
                  <a:srgbClr val="166534"/>
                </a:solidFill>
                <a:latin typeface="Aptos" panose="020B0004020202020204" pitchFamily="34" charset="0"/>
              </a:rPr>
              <a:t>recipes, colors, z-order</a:t>
            </a:r>
            <a:endParaRPr lang="ko-KR" altLang="en-US" sz="940">
              <a:solidFill>
                <a:srgbClr val="166534"/>
              </a:solidFill>
              <a:latin typeface="Aptos" panose="020B0004020202020204" pitchFamily="34" charset="0"/>
            </a:endParaRPr>
          </a:p>
        </p:txBody>
      </p: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8DF0268D-E022-EA5A-8EB4-55E147857DF7}"/>
              </a:ext>
            </a:extLst>
          </p:cNvPr>
          <p:cNvCxnSpPr/>
          <p:nvPr/>
        </p:nvCxnSpPr>
        <p:spPr>
          <a:xfrm>
            <a:off x="5373054" y="2581977"/>
            <a:ext cx="827294" cy="0"/>
          </a:xfrm>
          <a:prstGeom prst="line">
            <a:avLst/>
          </a:prstGeom>
          <a:ln w="40058">
            <a:solidFill>
              <a:srgbClr val="111827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4DA62721-A90B-1A81-D017-25803ADB1D03}"/>
              </a:ext>
            </a:extLst>
          </p:cNvPr>
          <p:cNvSpPr/>
          <p:nvPr/>
        </p:nvSpPr>
        <p:spPr>
          <a:xfrm>
            <a:off x="6121973" y="3192580"/>
            <a:ext cx="975336" cy="767614"/>
          </a:xfrm>
          <a:prstGeom prst="roundRect">
            <a:avLst/>
          </a:prstGeom>
          <a:solidFill>
            <a:srgbClr val="0F172A">
              <a:alpha val="12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사각형: 둥근 모서리 64">
            <a:extLst>
              <a:ext uri="{FF2B5EF4-FFF2-40B4-BE49-F238E27FC236}">
                <a16:creationId xmlns:a16="http://schemas.microsoft.com/office/drawing/2014/main" id="{429D6090-3DF3-1E95-4E2B-BDDF8493A283}"/>
              </a:ext>
            </a:extLst>
          </p:cNvPr>
          <p:cNvSpPr/>
          <p:nvPr/>
        </p:nvSpPr>
        <p:spPr>
          <a:xfrm>
            <a:off x="6095848" y="3140242"/>
            <a:ext cx="975335" cy="767615"/>
          </a:xfrm>
          <a:prstGeom prst="roundRect">
            <a:avLst/>
          </a:prstGeom>
          <a:solidFill>
            <a:srgbClr val="FFFDF8"/>
          </a:solidFill>
          <a:ln w="12192">
            <a:solidFill>
              <a:srgbClr val="BBF7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3E99967C-B967-772E-E355-7E08C56FFA5D}"/>
              </a:ext>
            </a:extLst>
          </p:cNvPr>
          <p:cNvSpPr/>
          <p:nvPr/>
        </p:nvSpPr>
        <p:spPr>
          <a:xfrm>
            <a:off x="6243889" y="3349592"/>
            <a:ext cx="191584" cy="191903"/>
          </a:xfrm>
          <a:prstGeom prst="ellipse">
            <a:avLst/>
          </a:prstGeom>
          <a:solidFill>
            <a:srgbClr val="14B8A6"/>
          </a:solidFill>
          <a:ln w="8708">
            <a:solidFill>
              <a:srgbClr val="14B8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E044CFF-4B25-68E5-F451-4CCCBA9D8186}"/>
              </a:ext>
            </a:extLst>
          </p:cNvPr>
          <p:cNvSpPr txBox="1"/>
          <p:nvPr/>
        </p:nvSpPr>
        <p:spPr>
          <a:xfrm>
            <a:off x="6487723" y="3323423"/>
            <a:ext cx="539918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40" b="1">
                <a:solidFill>
                  <a:srgbClr val="111827"/>
                </a:solidFill>
                <a:latin typeface="Aptos" panose="020B0004020202020204" pitchFamily="34" charset="0"/>
              </a:rPr>
              <a:t>Feature</a:t>
            </a:r>
            <a:endParaRPr lang="ko-KR" altLang="en-US" sz="94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20CFF71-08C6-CCC6-4F3C-1F3FB5ECA859}"/>
              </a:ext>
            </a:extLst>
          </p:cNvPr>
          <p:cNvSpPr txBox="1"/>
          <p:nvPr/>
        </p:nvSpPr>
        <p:spPr>
          <a:xfrm>
            <a:off x="6304848" y="3663616"/>
            <a:ext cx="592168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40">
                <a:solidFill>
                  <a:srgbClr val="526071"/>
                </a:solidFill>
                <a:latin typeface="Aptos" panose="020B0004020202020204" pitchFamily="34" charset="0"/>
              </a:rPr>
              <a:t>density</a:t>
            </a:r>
            <a:endParaRPr lang="ko-KR" altLang="en-US" sz="94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D0E60512-30DD-A6F3-4648-8F52F4DD6858}"/>
              </a:ext>
            </a:extLst>
          </p:cNvPr>
          <p:cNvSpPr/>
          <p:nvPr/>
        </p:nvSpPr>
        <p:spPr>
          <a:xfrm>
            <a:off x="7280184" y="3192580"/>
            <a:ext cx="975335" cy="767614"/>
          </a:xfrm>
          <a:prstGeom prst="roundRect">
            <a:avLst/>
          </a:prstGeom>
          <a:solidFill>
            <a:srgbClr val="0F172A">
              <a:alpha val="12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F10B1FB5-2D14-CFB2-1E59-B9CF39D30229}"/>
              </a:ext>
            </a:extLst>
          </p:cNvPr>
          <p:cNvSpPr/>
          <p:nvPr/>
        </p:nvSpPr>
        <p:spPr>
          <a:xfrm>
            <a:off x="7254059" y="3140242"/>
            <a:ext cx="975336" cy="767615"/>
          </a:xfrm>
          <a:prstGeom prst="roundRect">
            <a:avLst/>
          </a:prstGeom>
          <a:solidFill>
            <a:srgbClr val="FFFDF8"/>
          </a:solidFill>
          <a:ln w="12192">
            <a:solidFill>
              <a:srgbClr val="BBF7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타원 70">
            <a:extLst>
              <a:ext uri="{FF2B5EF4-FFF2-40B4-BE49-F238E27FC236}">
                <a16:creationId xmlns:a16="http://schemas.microsoft.com/office/drawing/2014/main" id="{8AAF8BED-711C-D42C-6298-FBF589B17ABC}"/>
              </a:ext>
            </a:extLst>
          </p:cNvPr>
          <p:cNvSpPr/>
          <p:nvPr/>
        </p:nvSpPr>
        <p:spPr>
          <a:xfrm>
            <a:off x="7402101" y="3349592"/>
            <a:ext cx="191584" cy="191903"/>
          </a:xfrm>
          <a:prstGeom prst="ellipse">
            <a:avLst/>
          </a:prstGeom>
          <a:solidFill>
            <a:srgbClr val="14B8A6"/>
          </a:solidFill>
          <a:ln w="8708">
            <a:solidFill>
              <a:srgbClr val="14B8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9FA91AA-F8BD-620E-13D7-6059A60C48A9}"/>
              </a:ext>
            </a:extLst>
          </p:cNvPr>
          <p:cNvSpPr txBox="1"/>
          <p:nvPr/>
        </p:nvSpPr>
        <p:spPr>
          <a:xfrm>
            <a:off x="7645935" y="3323423"/>
            <a:ext cx="539918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40" b="1">
                <a:solidFill>
                  <a:srgbClr val="111827"/>
                </a:solidFill>
                <a:latin typeface="Aptos" panose="020B0004020202020204" pitchFamily="34" charset="0"/>
              </a:rPr>
              <a:t>Recipe</a:t>
            </a:r>
            <a:endParaRPr lang="ko-KR" altLang="en-US" sz="94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8E6BE18-30E6-A730-EAE4-19920E206EBE}"/>
              </a:ext>
            </a:extLst>
          </p:cNvPr>
          <p:cNvSpPr txBox="1"/>
          <p:nvPr/>
        </p:nvSpPr>
        <p:spPr>
          <a:xfrm>
            <a:off x="7463059" y="3663616"/>
            <a:ext cx="592168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40">
                <a:solidFill>
                  <a:srgbClr val="526071"/>
                </a:solidFill>
                <a:latin typeface="Aptos" panose="020B0004020202020204" pitchFamily="34" charset="0"/>
              </a:rPr>
              <a:t>variant</a:t>
            </a:r>
            <a:endParaRPr lang="ko-KR" altLang="en-US" sz="94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4B32ED51-22D1-6E98-5899-A4990C32D1DB}"/>
              </a:ext>
            </a:extLst>
          </p:cNvPr>
          <p:cNvSpPr/>
          <p:nvPr/>
        </p:nvSpPr>
        <p:spPr>
          <a:xfrm>
            <a:off x="8438395" y="3192580"/>
            <a:ext cx="975336" cy="767614"/>
          </a:xfrm>
          <a:prstGeom prst="roundRect">
            <a:avLst/>
          </a:prstGeom>
          <a:solidFill>
            <a:srgbClr val="0F172A">
              <a:alpha val="12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91F79B1A-31F8-D745-009F-27E255107E32}"/>
              </a:ext>
            </a:extLst>
          </p:cNvPr>
          <p:cNvSpPr/>
          <p:nvPr/>
        </p:nvSpPr>
        <p:spPr>
          <a:xfrm>
            <a:off x="8412269" y="3140242"/>
            <a:ext cx="975336" cy="767615"/>
          </a:xfrm>
          <a:prstGeom prst="roundRect">
            <a:avLst/>
          </a:prstGeom>
          <a:solidFill>
            <a:srgbClr val="FFFDF8"/>
          </a:solidFill>
          <a:ln w="12192">
            <a:solidFill>
              <a:srgbClr val="BBF7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C063484E-CE7E-DF45-B24F-40ACF162D3D0}"/>
              </a:ext>
            </a:extLst>
          </p:cNvPr>
          <p:cNvSpPr/>
          <p:nvPr/>
        </p:nvSpPr>
        <p:spPr>
          <a:xfrm>
            <a:off x="8560312" y="3349592"/>
            <a:ext cx="191583" cy="191903"/>
          </a:xfrm>
          <a:prstGeom prst="ellipse">
            <a:avLst/>
          </a:prstGeom>
          <a:solidFill>
            <a:srgbClr val="14B8A6"/>
          </a:solidFill>
          <a:ln w="8708">
            <a:solidFill>
              <a:srgbClr val="14B8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96EC88E-78EA-9C24-3155-4CF286556172}"/>
              </a:ext>
            </a:extLst>
          </p:cNvPr>
          <p:cNvSpPr txBox="1"/>
          <p:nvPr/>
        </p:nvSpPr>
        <p:spPr>
          <a:xfrm>
            <a:off x="8804146" y="3323423"/>
            <a:ext cx="539918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40" b="1">
                <a:solidFill>
                  <a:srgbClr val="111827"/>
                </a:solidFill>
                <a:latin typeface="Aptos" panose="020B0004020202020204" pitchFamily="34" charset="0"/>
              </a:rPr>
              <a:t>Theme</a:t>
            </a:r>
            <a:endParaRPr lang="ko-KR" altLang="en-US" sz="94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13C1C46-AB3F-B982-8D86-BE1D62D48D33}"/>
              </a:ext>
            </a:extLst>
          </p:cNvPr>
          <p:cNvSpPr txBox="1"/>
          <p:nvPr/>
        </p:nvSpPr>
        <p:spPr>
          <a:xfrm>
            <a:off x="8621270" y="3663616"/>
            <a:ext cx="592168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40">
                <a:solidFill>
                  <a:srgbClr val="526071"/>
                </a:solidFill>
                <a:latin typeface="Aptos" panose="020B0004020202020204" pitchFamily="34" charset="0"/>
              </a:rPr>
              <a:t>harmony</a:t>
            </a:r>
            <a:endParaRPr lang="ko-KR" altLang="en-US" sz="94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79" name="사각형: 둥근 모서리 78">
            <a:extLst>
              <a:ext uri="{FF2B5EF4-FFF2-40B4-BE49-F238E27FC236}">
                <a16:creationId xmlns:a16="http://schemas.microsoft.com/office/drawing/2014/main" id="{9B594C6A-0CE6-043F-FAC2-12692B197FBE}"/>
              </a:ext>
            </a:extLst>
          </p:cNvPr>
          <p:cNvSpPr/>
          <p:nvPr/>
        </p:nvSpPr>
        <p:spPr>
          <a:xfrm>
            <a:off x="6121973" y="4221881"/>
            <a:ext cx="975336" cy="767615"/>
          </a:xfrm>
          <a:prstGeom prst="roundRect">
            <a:avLst/>
          </a:prstGeom>
          <a:solidFill>
            <a:srgbClr val="0F172A">
              <a:alpha val="12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59E11BC5-315A-6F42-B455-6DE26A07AB98}"/>
              </a:ext>
            </a:extLst>
          </p:cNvPr>
          <p:cNvSpPr/>
          <p:nvPr/>
        </p:nvSpPr>
        <p:spPr>
          <a:xfrm>
            <a:off x="6095848" y="4169544"/>
            <a:ext cx="975335" cy="767614"/>
          </a:xfrm>
          <a:prstGeom prst="roundRect">
            <a:avLst/>
          </a:prstGeom>
          <a:solidFill>
            <a:srgbClr val="FFFDF8"/>
          </a:solidFill>
          <a:ln w="12192">
            <a:solidFill>
              <a:srgbClr val="BBF7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타원 80">
            <a:extLst>
              <a:ext uri="{FF2B5EF4-FFF2-40B4-BE49-F238E27FC236}">
                <a16:creationId xmlns:a16="http://schemas.microsoft.com/office/drawing/2014/main" id="{92B3CDA9-399D-E17C-36C8-C60019BB88A1}"/>
              </a:ext>
            </a:extLst>
          </p:cNvPr>
          <p:cNvSpPr/>
          <p:nvPr/>
        </p:nvSpPr>
        <p:spPr>
          <a:xfrm>
            <a:off x="6243889" y="4378893"/>
            <a:ext cx="191584" cy="191904"/>
          </a:xfrm>
          <a:prstGeom prst="ellipse">
            <a:avLst/>
          </a:prstGeom>
          <a:solidFill>
            <a:srgbClr val="14B8A6"/>
          </a:solidFill>
          <a:ln w="8708">
            <a:solidFill>
              <a:srgbClr val="14B8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24AA7D6-F97A-2F75-C6E0-71E91D41544C}"/>
              </a:ext>
            </a:extLst>
          </p:cNvPr>
          <p:cNvSpPr txBox="1"/>
          <p:nvPr/>
        </p:nvSpPr>
        <p:spPr>
          <a:xfrm>
            <a:off x="6487723" y="4352725"/>
            <a:ext cx="539918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40" b="1">
                <a:solidFill>
                  <a:srgbClr val="111827"/>
                </a:solidFill>
                <a:latin typeface="Aptos" panose="020B0004020202020204" pitchFamily="34" charset="0"/>
              </a:rPr>
              <a:t>Compose</a:t>
            </a:r>
            <a:endParaRPr lang="ko-KR" altLang="en-US" sz="94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91D0CB1-43AF-19EC-D0F3-062138B5FD13}"/>
              </a:ext>
            </a:extLst>
          </p:cNvPr>
          <p:cNvSpPr txBox="1"/>
          <p:nvPr/>
        </p:nvSpPr>
        <p:spPr>
          <a:xfrm>
            <a:off x="6304848" y="4692917"/>
            <a:ext cx="592168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40">
                <a:solidFill>
                  <a:srgbClr val="526071"/>
                </a:solidFill>
                <a:latin typeface="Aptos" panose="020B0004020202020204" pitchFamily="34" charset="0"/>
              </a:rPr>
              <a:t>regions</a:t>
            </a:r>
            <a:endParaRPr lang="ko-KR" altLang="en-US" sz="94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02D944CA-3D2D-E85A-71FF-5B137CFF98E9}"/>
              </a:ext>
            </a:extLst>
          </p:cNvPr>
          <p:cNvSpPr/>
          <p:nvPr/>
        </p:nvSpPr>
        <p:spPr>
          <a:xfrm>
            <a:off x="7280184" y="4221881"/>
            <a:ext cx="975335" cy="767615"/>
          </a:xfrm>
          <a:prstGeom prst="roundRect">
            <a:avLst/>
          </a:prstGeom>
          <a:solidFill>
            <a:srgbClr val="0F172A">
              <a:alpha val="12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사각형: 둥근 모서리 84">
            <a:extLst>
              <a:ext uri="{FF2B5EF4-FFF2-40B4-BE49-F238E27FC236}">
                <a16:creationId xmlns:a16="http://schemas.microsoft.com/office/drawing/2014/main" id="{B7533ECB-A246-16EC-A74B-8338EC3A6AE9}"/>
              </a:ext>
            </a:extLst>
          </p:cNvPr>
          <p:cNvSpPr/>
          <p:nvPr/>
        </p:nvSpPr>
        <p:spPr>
          <a:xfrm>
            <a:off x="7254059" y="4169544"/>
            <a:ext cx="975336" cy="767614"/>
          </a:xfrm>
          <a:prstGeom prst="roundRect">
            <a:avLst/>
          </a:prstGeom>
          <a:solidFill>
            <a:srgbClr val="FFFDF8"/>
          </a:solidFill>
          <a:ln w="12192">
            <a:solidFill>
              <a:srgbClr val="BBF7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타원 85">
            <a:extLst>
              <a:ext uri="{FF2B5EF4-FFF2-40B4-BE49-F238E27FC236}">
                <a16:creationId xmlns:a16="http://schemas.microsoft.com/office/drawing/2014/main" id="{4A9836B3-C4E2-8DAF-5535-8F0A61902BDB}"/>
              </a:ext>
            </a:extLst>
          </p:cNvPr>
          <p:cNvSpPr/>
          <p:nvPr/>
        </p:nvSpPr>
        <p:spPr>
          <a:xfrm>
            <a:off x="7402101" y="4378893"/>
            <a:ext cx="191584" cy="191904"/>
          </a:xfrm>
          <a:prstGeom prst="ellipse">
            <a:avLst/>
          </a:prstGeom>
          <a:solidFill>
            <a:srgbClr val="14B8A6"/>
          </a:solidFill>
          <a:ln w="8708">
            <a:solidFill>
              <a:srgbClr val="14B8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416D3D8-4ACB-9305-0CEC-4C4018FEDEDE}"/>
              </a:ext>
            </a:extLst>
          </p:cNvPr>
          <p:cNvSpPr txBox="1"/>
          <p:nvPr/>
        </p:nvSpPr>
        <p:spPr>
          <a:xfrm>
            <a:off x="7645935" y="4352725"/>
            <a:ext cx="539918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40" b="1">
                <a:solidFill>
                  <a:srgbClr val="111827"/>
                </a:solidFill>
                <a:latin typeface="Aptos" panose="020B0004020202020204" pitchFamily="34" charset="0"/>
              </a:rPr>
              <a:t>Object</a:t>
            </a:r>
            <a:endParaRPr lang="ko-KR" altLang="en-US" sz="94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6B424B0-ECA9-665F-7791-398032F810A9}"/>
              </a:ext>
            </a:extLst>
          </p:cNvPr>
          <p:cNvSpPr txBox="1"/>
          <p:nvPr/>
        </p:nvSpPr>
        <p:spPr>
          <a:xfrm>
            <a:off x="7463059" y="4692917"/>
            <a:ext cx="592168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40">
                <a:solidFill>
                  <a:srgbClr val="526071"/>
                </a:solidFill>
                <a:latin typeface="Aptos" panose="020B0004020202020204" pitchFamily="34" charset="0"/>
              </a:rPr>
              <a:t>charts</a:t>
            </a:r>
            <a:endParaRPr lang="ko-KR" altLang="en-US" sz="94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58AC7C5E-4E7E-50B1-59DA-C159CABC6D73}"/>
              </a:ext>
            </a:extLst>
          </p:cNvPr>
          <p:cNvSpPr/>
          <p:nvPr/>
        </p:nvSpPr>
        <p:spPr>
          <a:xfrm>
            <a:off x="8438395" y="4221881"/>
            <a:ext cx="975336" cy="767615"/>
          </a:xfrm>
          <a:prstGeom prst="roundRect">
            <a:avLst/>
          </a:prstGeom>
          <a:solidFill>
            <a:srgbClr val="0F172A">
              <a:alpha val="12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F949BBEC-20DC-4F3A-B73C-863536207F59}"/>
              </a:ext>
            </a:extLst>
          </p:cNvPr>
          <p:cNvSpPr/>
          <p:nvPr/>
        </p:nvSpPr>
        <p:spPr>
          <a:xfrm>
            <a:off x="8412269" y="4169544"/>
            <a:ext cx="975336" cy="767614"/>
          </a:xfrm>
          <a:prstGeom prst="roundRect">
            <a:avLst/>
          </a:prstGeom>
          <a:solidFill>
            <a:srgbClr val="FFFDF8"/>
          </a:solidFill>
          <a:ln w="12192">
            <a:solidFill>
              <a:srgbClr val="BBF7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타원 90">
            <a:extLst>
              <a:ext uri="{FF2B5EF4-FFF2-40B4-BE49-F238E27FC236}">
                <a16:creationId xmlns:a16="http://schemas.microsoft.com/office/drawing/2014/main" id="{39112281-1372-9622-B478-9ED5C11BC037}"/>
              </a:ext>
            </a:extLst>
          </p:cNvPr>
          <p:cNvSpPr/>
          <p:nvPr/>
        </p:nvSpPr>
        <p:spPr>
          <a:xfrm>
            <a:off x="8560312" y="4378893"/>
            <a:ext cx="191583" cy="191904"/>
          </a:xfrm>
          <a:prstGeom prst="ellipse">
            <a:avLst/>
          </a:prstGeom>
          <a:solidFill>
            <a:srgbClr val="14B8A6"/>
          </a:solidFill>
          <a:ln w="8708">
            <a:solidFill>
              <a:srgbClr val="14B8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0087E64-C628-E644-ABA5-66D633CC0857}"/>
              </a:ext>
            </a:extLst>
          </p:cNvPr>
          <p:cNvSpPr txBox="1"/>
          <p:nvPr/>
        </p:nvSpPr>
        <p:spPr>
          <a:xfrm>
            <a:off x="8804146" y="4352725"/>
            <a:ext cx="539918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40" b="1">
                <a:solidFill>
                  <a:srgbClr val="111827"/>
                </a:solidFill>
                <a:latin typeface="Aptos" panose="020B0004020202020204" pitchFamily="34" charset="0"/>
              </a:rPr>
              <a:t>Decor</a:t>
            </a:r>
            <a:endParaRPr lang="ko-KR" altLang="en-US" sz="94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5B186C82-6A52-38E9-EC7B-E67BACF63436}"/>
              </a:ext>
            </a:extLst>
          </p:cNvPr>
          <p:cNvSpPr txBox="1"/>
          <p:nvPr/>
        </p:nvSpPr>
        <p:spPr>
          <a:xfrm>
            <a:off x="8621270" y="4692917"/>
            <a:ext cx="592168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40">
                <a:solidFill>
                  <a:srgbClr val="526071"/>
                </a:solidFill>
                <a:latin typeface="Aptos" panose="020B0004020202020204" pitchFamily="34" charset="0"/>
              </a:rPr>
              <a:t>effects</a:t>
            </a:r>
            <a:endParaRPr lang="ko-KR" altLang="en-US" sz="94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cxnSp>
        <p:nvCxnSpPr>
          <p:cNvPr id="94" name="직선 연결선 93">
            <a:extLst>
              <a:ext uri="{FF2B5EF4-FFF2-40B4-BE49-F238E27FC236}">
                <a16:creationId xmlns:a16="http://schemas.microsoft.com/office/drawing/2014/main" id="{F6227BF7-081F-BC94-4EA2-2E91A4A15A60}"/>
              </a:ext>
            </a:extLst>
          </p:cNvPr>
          <p:cNvCxnSpPr/>
          <p:nvPr/>
        </p:nvCxnSpPr>
        <p:spPr>
          <a:xfrm>
            <a:off x="7071183" y="3524050"/>
            <a:ext cx="165459" cy="0"/>
          </a:xfrm>
          <a:prstGeom prst="line">
            <a:avLst/>
          </a:prstGeom>
          <a:ln w="22642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직선 연결선 94">
            <a:extLst>
              <a:ext uri="{FF2B5EF4-FFF2-40B4-BE49-F238E27FC236}">
                <a16:creationId xmlns:a16="http://schemas.microsoft.com/office/drawing/2014/main" id="{A4C0D4E9-5C5B-C715-11CA-E343295DAD78}"/>
              </a:ext>
            </a:extLst>
          </p:cNvPr>
          <p:cNvCxnSpPr/>
          <p:nvPr/>
        </p:nvCxnSpPr>
        <p:spPr>
          <a:xfrm>
            <a:off x="8229395" y="3524050"/>
            <a:ext cx="165458" cy="0"/>
          </a:xfrm>
          <a:prstGeom prst="line">
            <a:avLst/>
          </a:prstGeom>
          <a:ln w="22642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직선 연결선 95">
            <a:extLst>
              <a:ext uri="{FF2B5EF4-FFF2-40B4-BE49-F238E27FC236}">
                <a16:creationId xmlns:a16="http://schemas.microsoft.com/office/drawing/2014/main" id="{2D41B947-A964-D28A-B13F-93CD63E1F21A}"/>
              </a:ext>
            </a:extLst>
          </p:cNvPr>
          <p:cNvCxnSpPr/>
          <p:nvPr/>
        </p:nvCxnSpPr>
        <p:spPr>
          <a:xfrm>
            <a:off x="7071183" y="4553351"/>
            <a:ext cx="165459" cy="0"/>
          </a:xfrm>
          <a:prstGeom prst="line">
            <a:avLst/>
          </a:prstGeom>
          <a:ln w="22642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>
            <a:extLst>
              <a:ext uri="{FF2B5EF4-FFF2-40B4-BE49-F238E27FC236}">
                <a16:creationId xmlns:a16="http://schemas.microsoft.com/office/drawing/2014/main" id="{033C921E-2A7F-5CC3-4DF3-C15CB457ED4C}"/>
              </a:ext>
            </a:extLst>
          </p:cNvPr>
          <p:cNvCxnSpPr/>
          <p:nvPr/>
        </p:nvCxnSpPr>
        <p:spPr>
          <a:xfrm>
            <a:off x="8229395" y="4553351"/>
            <a:ext cx="165458" cy="0"/>
          </a:xfrm>
          <a:prstGeom prst="line">
            <a:avLst/>
          </a:prstGeom>
          <a:ln w="22642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>
            <a:extLst>
              <a:ext uri="{FF2B5EF4-FFF2-40B4-BE49-F238E27FC236}">
                <a16:creationId xmlns:a16="http://schemas.microsoft.com/office/drawing/2014/main" id="{7E7D7370-75D4-2242-07B8-A4905730D8B7}"/>
              </a:ext>
            </a:extLst>
          </p:cNvPr>
          <p:cNvCxnSpPr/>
          <p:nvPr/>
        </p:nvCxnSpPr>
        <p:spPr>
          <a:xfrm>
            <a:off x="6583515" y="3907857"/>
            <a:ext cx="0" cy="244241"/>
          </a:xfrm>
          <a:prstGeom prst="line">
            <a:avLst/>
          </a:prstGeom>
          <a:ln w="22642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CD718C66-BFBF-9949-7B74-4C041BF9F986}"/>
              </a:ext>
            </a:extLst>
          </p:cNvPr>
          <p:cNvCxnSpPr/>
          <p:nvPr/>
        </p:nvCxnSpPr>
        <p:spPr>
          <a:xfrm>
            <a:off x="7741727" y="3907857"/>
            <a:ext cx="0" cy="244241"/>
          </a:xfrm>
          <a:prstGeom prst="line">
            <a:avLst/>
          </a:prstGeom>
          <a:ln w="22642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직선 연결선 99">
            <a:extLst>
              <a:ext uri="{FF2B5EF4-FFF2-40B4-BE49-F238E27FC236}">
                <a16:creationId xmlns:a16="http://schemas.microsoft.com/office/drawing/2014/main" id="{A0BBA082-55EA-B729-71D4-8E6B782E7B0A}"/>
              </a:ext>
            </a:extLst>
          </p:cNvPr>
          <p:cNvCxnSpPr/>
          <p:nvPr/>
        </p:nvCxnSpPr>
        <p:spPr>
          <a:xfrm>
            <a:off x="8899937" y="3907857"/>
            <a:ext cx="0" cy="244241"/>
          </a:xfrm>
          <a:prstGeom prst="line">
            <a:avLst/>
          </a:prstGeom>
          <a:ln w="22642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>
            <a:extLst>
              <a:ext uri="{FF2B5EF4-FFF2-40B4-BE49-F238E27FC236}">
                <a16:creationId xmlns:a16="http://schemas.microsoft.com/office/drawing/2014/main" id="{D409307B-EEE8-7357-C542-E05026162E1E}"/>
              </a:ext>
            </a:extLst>
          </p:cNvPr>
          <p:cNvCxnSpPr/>
          <p:nvPr/>
        </p:nvCxnSpPr>
        <p:spPr>
          <a:xfrm>
            <a:off x="5373054" y="4117206"/>
            <a:ext cx="374460" cy="0"/>
          </a:xfrm>
          <a:prstGeom prst="line">
            <a:avLst/>
          </a:prstGeom>
          <a:ln w="24383">
            <a:solidFill>
              <a:srgbClr val="A85520"/>
            </a:solidFill>
            <a:prstDash val="dash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직선 연결선 101">
            <a:extLst>
              <a:ext uri="{FF2B5EF4-FFF2-40B4-BE49-F238E27FC236}">
                <a16:creationId xmlns:a16="http://schemas.microsoft.com/office/drawing/2014/main" id="{771B84AC-D9A4-9292-756C-B7235A803F39}"/>
              </a:ext>
            </a:extLst>
          </p:cNvPr>
          <p:cNvCxnSpPr/>
          <p:nvPr/>
        </p:nvCxnSpPr>
        <p:spPr>
          <a:xfrm flipV="1">
            <a:off x="5747514" y="3524050"/>
            <a:ext cx="0" cy="593156"/>
          </a:xfrm>
          <a:prstGeom prst="line">
            <a:avLst/>
          </a:prstGeom>
          <a:ln w="24383">
            <a:solidFill>
              <a:srgbClr val="A85520"/>
            </a:solidFill>
            <a:prstDash val="dash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직선 연결선 102">
            <a:extLst>
              <a:ext uri="{FF2B5EF4-FFF2-40B4-BE49-F238E27FC236}">
                <a16:creationId xmlns:a16="http://schemas.microsoft.com/office/drawing/2014/main" id="{08ACE08F-AB5C-0BA0-79F5-26A5E9AA5E27}"/>
              </a:ext>
            </a:extLst>
          </p:cNvPr>
          <p:cNvCxnSpPr/>
          <p:nvPr/>
        </p:nvCxnSpPr>
        <p:spPr>
          <a:xfrm>
            <a:off x="5747514" y="3524050"/>
            <a:ext cx="330917" cy="0"/>
          </a:xfrm>
          <a:prstGeom prst="line">
            <a:avLst/>
          </a:prstGeom>
          <a:ln w="24383">
            <a:solidFill>
              <a:srgbClr val="A85520"/>
            </a:solidFill>
            <a:prstDash val="dash"/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CC1963F3-904A-B823-1B31-3B52AEA84AA3}"/>
              </a:ext>
            </a:extLst>
          </p:cNvPr>
          <p:cNvCxnSpPr/>
          <p:nvPr/>
        </p:nvCxnSpPr>
        <p:spPr>
          <a:xfrm>
            <a:off x="9222146" y="2581977"/>
            <a:ext cx="687961" cy="0"/>
          </a:xfrm>
          <a:prstGeom prst="line">
            <a:avLst/>
          </a:prstGeom>
          <a:ln w="40058">
            <a:solidFill>
              <a:srgbClr val="111827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사각형: 둥근 모서리 104">
            <a:extLst>
              <a:ext uri="{FF2B5EF4-FFF2-40B4-BE49-F238E27FC236}">
                <a16:creationId xmlns:a16="http://schemas.microsoft.com/office/drawing/2014/main" id="{654272CA-D250-63C7-0843-91F9A7620352}"/>
              </a:ext>
            </a:extLst>
          </p:cNvPr>
          <p:cNvSpPr/>
          <p:nvPr/>
        </p:nvSpPr>
        <p:spPr>
          <a:xfrm>
            <a:off x="10145232" y="2233061"/>
            <a:ext cx="1445587" cy="837398"/>
          </a:xfrm>
          <a:prstGeom prst="roundRect">
            <a:avLst/>
          </a:prstGeom>
          <a:solidFill>
            <a:srgbClr val="0F172A">
              <a:alpha val="12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사각형: 둥근 모서리 105">
            <a:extLst>
              <a:ext uri="{FF2B5EF4-FFF2-40B4-BE49-F238E27FC236}">
                <a16:creationId xmlns:a16="http://schemas.microsoft.com/office/drawing/2014/main" id="{70911354-49A5-F7F9-E4DD-CCB3332BCEAA}"/>
              </a:ext>
            </a:extLst>
          </p:cNvPr>
          <p:cNvSpPr/>
          <p:nvPr/>
        </p:nvSpPr>
        <p:spPr>
          <a:xfrm>
            <a:off x="10119107" y="2180724"/>
            <a:ext cx="1445587" cy="837398"/>
          </a:xfrm>
          <a:prstGeom prst="roundRect">
            <a:avLst/>
          </a:prstGeom>
          <a:solidFill>
            <a:srgbClr val="FFFDF8"/>
          </a:solidFill>
          <a:ln w="12192">
            <a:solidFill>
              <a:srgbClr val="DACF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타원 106">
            <a:extLst>
              <a:ext uri="{FF2B5EF4-FFF2-40B4-BE49-F238E27FC236}">
                <a16:creationId xmlns:a16="http://schemas.microsoft.com/office/drawing/2014/main" id="{BC80C2EC-AECB-57EF-5DBB-869754E0167F}"/>
              </a:ext>
            </a:extLst>
          </p:cNvPr>
          <p:cNvSpPr/>
          <p:nvPr/>
        </p:nvSpPr>
        <p:spPr>
          <a:xfrm>
            <a:off x="10267149" y="2390073"/>
            <a:ext cx="191584" cy="191904"/>
          </a:xfrm>
          <a:prstGeom prst="ellipse">
            <a:avLst/>
          </a:prstGeom>
          <a:solidFill>
            <a:srgbClr val="818CF8"/>
          </a:solidFill>
          <a:ln w="8708">
            <a:solidFill>
              <a:srgbClr val="818CF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752C3DB-3D25-0D54-D4C0-D7D0988979C5}"/>
              </a:ext>
            </a:extLst>
          </p:cNvPr>
          <p:cNvSpPr txBox="1"/>
          <p:nvPr/>
        </p:nvSpPr>
        <p:spPr>
          <a:xfrm>
            <a:off x="10563233" y="2363905"/>
            <a:ext cx="914377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40" b="1">
                <a:solidFill>
                  <a:srgbClr val="111827"/>
                </a:solidFill>
                <a:latin typeface="Aptos" panose="020B0004020202020204" pitchFamily="34" charset="0"/>
              </a:rPr>
              <a:t>Styled IR</a:t>
            </a:r>
            <a:endParaRPr lang="ko-KR" altLang="en-US" sz="94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2D60E7DE-CE85-4748-742C-D4493034C05A}"/>
              </a:ext>
            </a:extLst>
          </p:cNvPr>
          <p:cNvSpPr txBox="1"/>
          <p:nvPr/>
        </p:nvSpPr>
        <p:spPr>
          <a:xfrm>
            <a:off x="10397775" y="2712820"/>
            <a:ext cx="992752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40">
                <a:solidFill>
                  <a:srgbClr val="526071"/>
                </a:solidFill>
                <a:latin typeface="Aptos" panose="020B0004020202020204" pitchFamily="34" charset="0"/>
              </a:rPr>
              <a:t>coherent deck</a:t>
            </a:r>
            <a:endParaRPr lang="ko-KR" altLang="en-US" sz="94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5E9C86E0-9914-933E-2EF9-2C1134CD4405}"/>
              </a:ext>
            </a:extLst>
          </p:cNvPr>
          <p:cNvSpPr/>
          <p:nvPr/>
        </p:nvSpPr>
        <p:spPr>
          <a:xfrm>
            <a:off x="10145232" y="3497881"/>
            <a:ext cx="1445587" cy="837398"/>
          </a:xfrm>
          <a:prstGeom prst="roundRect">
            <a:avLst/>
          </a:prstGeom>
          <a:solidFill>
            <a:srgbClr val="0F172A">
              <a:alpha val="12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FA56D10C-F529-63C4-34A4-59B0C7A1C0D6}"/>
              </a:ext>
            </a:extLst>
          </p:cNvPr>
          <p:cNvSpPr/>
          <p:nvPr/>
        </p:nvSpPr>
        <p:spPr>
          <a:xfrm>
            <a:off x="10119107" y="3445544"/>
            <a:ext cx="1445587" cy="837398"/>
          </a:xfrm>
          <a:prstGeom prst="roundRect">
            <a:avLst/>
          </a:prstGeom>
          <a:solidFill>
            <a:srgbClr val="FFFDF8"/>
          </a:solidFill>
          <a:ln w="12192">
            <a:solidFill>
              <a:srgbClr val="DACF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2" name="타원 111">
            <a:extLst>
              <a:ext uri="{FF2B5EF4-FFF2-40B4-BE49-F238E27FC236}">
                <a16:creationId xmlns:a16="http://schemas.microsoft.com/office/drawing/2014/main" id="{E67DE132-B32D-E9A9-25AB-0D67AF68CAB3}"/>
              </a:ext>
            </a:extLst>
          </p:cNvPr>
          <p:cNvSpPr/>
          <p:nvPr/>
        </p:nvSpPr>
        <p:spPr>
          <a:xfrm>
            <a:off x="10267149" y="3654893"/>
            <a:ext cx="191584" cy="191904"/>
          </a:xfrm>
          <a:prstGeom prst="ellipse">
            <a:avLst/>
          </a:prstGeom>
          <a:solidFill>
            <a:srgbClr val="818CF8"/>
          </a:solidFill>
          <a:ln w="8708">
            <a:solidFill>
              <a:srgbClr val="818CF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73FCDEF0-668F-6B6A-4918-FAD2FE5EC935}"/>
              </a:ext>
            </a:extLst>
          </p:cNvPr>
          <p:cNvSpPr txBox="1"/>
          <p:nvPr/>
        </p:nvSpPr>
        <p:spPr>
          <a:xfrm>
            <a:off x="10563233" y="3628724"/>
            <a:ext cx="914377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40" b="1">
                <a:solidFill>
                  <a:srgbClr val="111827"/>
                </a:solidFill>
                <a:latin typeface="Aptos" panose="020B0004020202020204" pitchFamily="34" charset="0"/>
              </a:rPr>
              <a:t>Renderers</a:t>
            </a:r>
            <a:endParaRPr lang="ko-KR" altLang="en-US" sz="94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067FC9A-539B-4FF1-49EC-E600EC8547E0}"/>
              </a:ext>
            </a:extLst>
          </p:cNvPr>
          <p:cNvSpPr txBox="1"/>
          <p:nvPr/>
        </p:nvSpPr>
        <p:spPr>
          <a:xfrm>
            <a:off x="10397775" y="3977640"/>
            <a:ext cx="992752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40">
                <a:solidFill>
                  <a:srgbClr val="526071"/>
                </a:solidFill>
                <a:latin typeface="Aptos" panose="020B0004020202020204" pitchFamily="34" charset="0"/>
              </a:rPr>
              <a:t>PPTX output</a:t>
            </a:r>
            <a:endParaRPr lang="ko-KR" altLang="en-US" sz="94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cxnSp>
        <p:nvCxnSpPr>
          <p:cNvPr id="115" name="직선 연결선 114">
            <a:extLst>
              <a:ext uri="{FF2B5EF4-FFF2-40B4-BE49-F238E27FC236}">
                <a16:creationId xmlns:a16="http://schemas.microsoft.com/office/drawing/2014/main" id="{F731C1F0-6AFB-FB73-F273-658D2EF0A641}"/>
              </a:ext>
            </a:extLst>
          </p:cNvPr>
          <p:cNvCxnSpPr/>
          <p:nvPr/>
        </p:nvCxnSpPr>
        <p:spPr>
          <a:xfrm>
            <a:off x="10841900" y="3018122"/>
            <a:ext cx="0" cy="409976"/>
          </a:xfrm>
          <a:prstGeom prst="line">
            <a:avLst/>
          </a:prstGeom>
          <a:ln w="31350">
            <a:solidFill>
              <a:srgbClr val="475569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사각형: 둥근 모서리 115">
            <a:extLst>
              <a:ext uri="{FF2B5EF4-FFF2-40B4-BE49-F238E27FC236}">
                <a16:creationId xmlns:a16="http://schemas.microsoft.com/office/drawing/2014/main" id="{06B70F41-37DD-85A1-4CDF-C417D4DFA5A9}"/>
              </a:ext>
            </a:extLst>
          </p:cNvPr>
          <p:cNvSpPr/>
          <p:nvPr/>
        </p:nvSpPr>
        <p:spPr>
          <a:xfrm>
            <a:off x="10145232" y="4466122"/>
            <a:ext cx="1445587" cy="453590"/>
          </a:xfrm>
          <a:prstGeom prst="roundRect">
            <a:avLst/>
          </a:prstGeom>
          <a:solidFill>
            <a:srgbClr val="0F172A">
              <a:alpha val="12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사각형: 둥근 모서리 116">
            <a:extLst>
              <a:ext uri="{FF2B5EF4-FFF2-40B4-BE49-F238E27FC236}">
                <a16:creationId xmlns:a16="http://schemas.microsoft.com/office/drawing/2014/main" id="{77C1F9BB-11B5-18CF-2591-3B3922D78E72}"/>
              </a:ext>
            </a:extLst>
          </p:cNvPr>
          <p:cNvSpPr/>
          <p:nvPr/>
        </p:nvSpPr>
        <p:spPr>
          <a:xfrm>
            <a:off x="10119107" y="4413785"/>
            <a:ext cx="1445587" cy="453590"/>
          </a:xfrm>
          <a:prstGeom prst="roundRect">
            <a:avLst/>
          </a:prstGeom>
          <a:solidFill>
            <a:srgbClr val="FFF1F2"/>
          </a:solidFill>
          <a:ln w="12192">
            <a:solidFill>
              <a:srgbClr val="BE12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8" name="타원 117">
            <a:extLst>
              <a:ext uri="{FF2B5EF4-FFF2-40B4-BE49-F238E27FC236}">
                <a16:creationId xmlns:a16="http://schemas.microsoft.com/office/drawing/2014/main" id="{FADD3ABE-5070-6379-7B9E-941B3484B618}"/>
              </a:ext>
            </a:extLst>
          </p:cNvPr>
          <p:cNvSpPr/>
          <p:nvPr/>
        </p:nvSpPr>
        <p:spPr>
          <a:xfrm>
            <a:off x="10232316" y="4544628"/>
            <a:ext cx="191583" cy="191904"/>
          </a:xfrm>
          <a:prstGeom prst="ellipse">
            <a:avLst/>
          </a:prstGeom>
          <a:solidFill>
            <a:srgbClr val="BE123C"/>
          </a:solidFill>
          <a:ln w="8708">
            <a:solidFill>
              <a:srgbClr val="BE12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BC432A02-1751-FD04-C18D-EEEDFBC93C35}"/>
              </a:ext>
            </a:extLst>
          </p:cNvPr>
          <p:cNvSpPr txBox="1"/>
          <p:nvPr/>
        </p:nvSpPr>
        <p:spPr>
          <a:xfrm>
            <a:off x="10554525" y="4535905"/>
            <a:ext cx="801169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08" b="1">
                <a:solidFill>
                  <a:srgbClr val="881337"/>
                </a:solidFill>
                <a:latin typeface="Aptos" panose="020B0004020202020204" pitchFamily="34" charset="0"/>
              </a:rPr>
              <a:t>Visual QA</a:t>
            </a:r>
            <a:endParaRPr lang="ko-KR" altLang="en-US" sz="1008" b="1">
              <a:solidFill>
                <a:srgbClr val="881337"/>
              </a:solidFill>
              <a:latin typeface="Aptos" panose="020B0004020202020204" pitchFamily="34" charset="0"/>
            </a:endParaRPr>
          </a:p>
        </p:txBody>
      </p:sp>
      <p:cxnSp>
        <p:nvCxnSpPr>
          <p:cNvPr id="120" name="직선 연결선 119">
            <a:extLst>
              <a:ext uri="{FF2B5EF4-FFF2-40B4-BE49-F238E27FC236}">
                <a16:creationId xmlns:a16="http://schemas.microsoft.com/office/drawing/2014/main" id="{EF2625F8-84EC-3260-1424-1FA05EEA4CC7}"/>
              </a:ext>
            </a:extLst>
          </p:cNvPr>
          <p:cNvCxnSpPr/>
          <p:nvPr/>
        </p:nvCxnSpPr>
        <p:spPr>
          <a:xfrm>
            <a:off x="10841900" y="4282941"/>
            <a:ext cx="0" cy="113398"/>
          </a:xfrm>
          <a:prstGeom prst="line">
            <a:avLst/>
          </a:prstGeom>
          <a:ln w="24383">
            <a:solidFill>
              <a:srgbClr val="BE123C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사각형: 둥근 모서리 120">
            <a:extLst>
              <a:ext uri="{FF2B5EF4-FFF2-40B4-BE49-F238E27FC236}">
                <a16:creationId xmlns:a16="http://schemas.microsoft.com/office/drawing/2014/main" id="{B86B4816-A089-F7D5-146B-C2D4593CC2A3}"/>
              </a:ext>
            </a:extLst>
          </p:cNvPr>
          <p:cNvSpPr/>
          <p:nvPr/>
        </p:nvSpPr>
        <p:spPr>
          <a:xfrm>
            <a:off x="653127" y="5373303"/>
            <a:ext cx="10937692" cy="575711"/>
          </a:xfrm>
          <a:prstGeom prst="roundRect">
            <a:avLst/>
          </a:prstGeom>
          <a:solidFill>
            <a:srgbClr val="0F172A">
              <a:alpha val="12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2" name="사각형: 둥근 모서리 121">
            <a:extLst>
              <a:ext uri="{FF2B5EF4-FFF2-40B4-BE49-F238E27FC236}">
                <a16:creationId xmlns:a16="http://schemas.microsoft.com/office/drawing/2014/main" id="{1FCC2AE3-E2E2-9E1B-7B7D-F8A0AA96C9BD}"/>
              </a:ext>
            </a:extLst>
          </p:cNvPr>
          <p:cNvSpPr/>
          <p:nvPr/>
        </p:nvSpPr>
        <p:spPr>
          <a:xfrm>
            <a:off x="627001" y="5320966"/>
            <a:ext cx="10937692" cy="575711"/>
          </a:xfrm>
          <a:prstGeom prst="roundRect">
            <a:avLst/>
          </a:prstGeom>
          <a:solidFill>
            <a:srgbClr val="FFFDF8"/>
          </a:solidFill>
          <a:ln w="10450">
            <a:solidFill>
              <a:srgbClr val="DACF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02AE79C-0647-1965-D660-5AE103439362}"/>
              </a:ext>
            </a:extLst>
          </p:cNvPr>
          <p:cNvSpPr txBox="1"/>
          <p:nvPr/>
        </p:nvSpPr>
        <p:spPr>
          <a:xfrm>
            <a:off x="905669" y="5486701"/>
            <a:ext cx="1785213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224" b="1">
                <a:solidFill>
                  <a:srgbClr val="111827"/>
                </a:solidFill>
                <a:latin typeface="Aptos" panose="020B0004020202020204" pitchFamily="34" charset="0"/>
              </a:rPr>
              <a:t>Coherence checks</a:t>
            </a:r>
            <a:endParaRPr lang="ko-KR" altLang="en-US" sz="1224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3A05EA1B-FCDC-098E-7A01-38AC8443733A}"/>
              </a:ext>
            </a:extLst>
          </p:cNvPr>
          <p:cNvSpPr txBox="1"/>
          <p:nvPr/>
        </p:nvSpPr>
        <p:spPr>
          <a:xfrm>
            <a:off x="2542839" y="5486701"/>
            <a:ext cx="8098769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08">
                <a:solidFill>
                  <a:srgbClr val="526071"/>
                </a:solidFill>
                <a:latin typeface="Aptos" panose="020B0004020202020204" pitchFamily="34" charset="0"/>
              </a:rPr>
              <a:t>one graph per slide; bounded text; centered icons; role-consistent straight or elbow connectors</a:t>
            </a:r>
            <a:endParaRPr lang="ko-KR" altLang="en-US" sz="1008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41999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138</Words>
  <Application>Microsoft Office PowerPoint</Application>
  <PresentationFormat>사용자 지정</PresentationFormat>
  <Paragraphs>44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맑은 고딕</vt:lpstr>
      <vt:lpstr>Aptos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채승훈</dc:creator>
  <cp:lastModifiedBy>채승훈</cp:lastModifiedBy>
  <cp:revision>1</cp:revision>
  <dcterms:created xsi:type="dcterms:W3CDTF">2026-06-20T13:36:26Z</dcterms:created>
  <dcterms:modified xsi:type="dcterms:W3CDTF">2026-06-20T13:36:26Z</dcterms:modified>
</cp:coreProperties>
</file>