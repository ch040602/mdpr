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8E8072-8242-5E85-7396-F9FEDD74FC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2574503-A888-4C7A-7243-99FE6A7DB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E0BA20-4A8A-82EB-A796-E358CBFED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08D243-FA96-0C27-22CE-B7B0AAAC4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A916A0-4960-7280-651F-E06202FA7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396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BF6ED5-8C0F-627A-AA3F-140CCE3E7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5D9F95-D696-9131-C293-1F97F8BF3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4182B9-CFFF-A60E-AB91-F9560C789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22D787-61BA-BB68-1631-BCE7FC28C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0DA2AF-2EB3-3523-3DE6-CC516DC6E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875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5CBABA-573C-5A4A-6FC8-CBF09C962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E9BAA3-ED4B-1371-4186-86A11A0FB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86B670-2C61-2322-80C3-797856BD2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D4B914-DAE4-5B6D-8664-4CB201455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5384C7-BE24-F4CA-93AF-759E485A3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0218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BEA5F8-0092-C905-24EF-F9C5BDE03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1D7503-F990-D77B-038F-B432822233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A1B4E0-1214-C8DD-690D-71707E9B4D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C1F94F-3AE2-B4EB-71D6-0CC12E598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E3B49B-9366-368B-FA42-2FC008CCA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5B57087-4A48-0261-6606-D37862C18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0912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CBA3EE-674D-6139-1ED5-A3B4E156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1A35BF-1279-C063-2A50-9AEC81DBDC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2552BF-FBDD-C1BF-E72A-D073C032B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5F8130-63CF-9CCB-D7E8-112FD3BB09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A113EE3-57CD-BE90-DDAE-8FA1A17FB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5EA23E0-0A15-4EFC-C2F7-ACBA6ED04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25E4BF5-D733-70BA-FC53-FAD80145F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76FD1C1-4223-DC12-1A7F-517DC4FFB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285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D744BC-C6BE-DD6E-25AC-81E0A8266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1ECAD7-5DCF-56AB-4BD6-81DE71C38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72DAD46-1240-CD11-8C84-DC55C2140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001214-F2DF-D4A6-8190-A2A6EDB97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6456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49A257D-E59F-AF89-9BC5-C2BAF3B59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CB2B5CD-3A65-EFC4-74A5-A500DB815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89ABDD-5A77-7C86-A27D-A58497FFD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799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DFE8F4-56C1-0920-DA83-B862E2D39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FE2211-E872-92FB-5498-EA3A3A507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D3CA41-C761-0C65-B626-C5CF78048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6405B81-0185-3D35-62B8-D2EF13563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66FC312-441E-4F3B-8CC2-7230E2BA9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5326699-284C-805A-E8B2-4E5102914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045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DDD962-1B91-6611-8487-10712C673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36E3CC4-DB94-64DB-AF52-959EE00238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7C1BE1-5F97-9027-30D0-84ED298678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B3AA63-11C8-F211-B23E-B09AE7A96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A0DC9E3-FEC0-A9DF-794A-B90BCE2D4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2F82B7-4ABE-3EE4-E919-2B9386142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850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32B04-BFB2-21A7-1DEA-D21C80A05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0A25606-6E56-CB77-1F1F-8620894965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152DE9-A97D-9159-EC74-C64F63301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2219D8-33EB-AD9E-EB9F-D2DBA2CC9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74631D-C181-FEB5-8AD9-6B0734FAA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018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5029260-0835-F242-C74F-0E0552338D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1A16BE1-CFB9-064C-ABED-778ECF4BD5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E94898-6D32-0DED-59A6-72014FB8B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104281-E119-DDFA-1BF4-6A8A0833F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6A74D-6C9D-B6DE-69F9-EA8617BB5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472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847ABB8-59FD-CA93-3A17-BE1D46C91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FCE8E2-D6CF-442F-901B-433938325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12EB43-6378-2E2A-19A2-87C9284AA6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D2EE60-430B-4588-84F2-5882C97E02B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7F0C51-FB7C-F87D-C4CF-4A7C9FF9D6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D3D67-6293-E6AD-D00F-A7EFD9EAAC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835B4B-883C-40BD-841B-0E5E6E202C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5943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448F5C8-AF95-46FF-6014-6E4C3B4D9EF0}"/>
              </a:ext>
            </a:extLst>
          </p:cNvPr>
          <p:cNvSpPr/>
          <p:nvPr/>
        </p:nvSpPr>
        <p:spPr>
          <a:xfrm>
            <a:off x="0" y="0"/>
            <a:ext cx="12191695" cy="6629400"/>
          </a:xfrm>
          <a:prstGeom prst="rect">
            <a:avLst/>
          </a:prstGeom>
          <a:solidFill>
            <a:srgbClr val="F7F2EA"/>
          </a:solidFill>
          <a:ln w="10450">
            <a:solidFill>
              <a:srgbClr val="F7F2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98CF23-9854-8FAF-6CF1-01327A278C00}"/>
              </a:ext>
            </a:extLst>
          </p:cNvPr>
          <p:cNvSpPr txBox="1"/>
          <p:nvPr/>
        </p:nvSpPr>
        <p:spPr>
          <a:xfrm>
            <a:off x="592168" y="314024"/>
            <a:ext cx="8185852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2736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36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A11A41-B37C-36AE-131E-7A48E3F5B17F}"/>
              </a:ext>
            </a:extLst>
          </p:cNvPr>
          <p:cNvSpPr txBox="1"/>
          <p:nvPr/>
        </p:nvSpPr>
        <p:spPr>
          <a:xfrm>
            <a:off x="592168" y="767615"/>
            <a:ext cx="10624192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52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may add compact hints, but MDPR owns final layout.</a:t>
            </a:r>
            <a:endParaRPr lang="ko-KR" altLang="en-US" sz="1152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935F2F4-CF8A-2D38-556F-634AAB04311F}"/>
              </a:ext>
            </a:extLst>
          </p:cNvPr>
          <p:cNvSpPr/>
          <p:nvPr/>
        </p:nvSpPr>
        <p:spPr>
          <a:xfrm>
            <a:off x="627001" y="1099085"/>
            <a:ext cx="10937692" cy="12212"/>
          </a:xfrm>
          <a:prstGeom prst="rect">
            <a:avLst/>
          </a:prstGeom>
          <a:solidFill>
            <a:srgbClr val="E7D8C7"/>
          </a:solidFill>
          <a:ln w="10450">
            <a:solidFill>
              <a:srgbClr val="E7D8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F5A6928-47E2-96CC-DD22-48C13283A721}"/>
              </a:ext>
            </a:extLst>
          </p:cNvPr>
          <p:cNvSpPr/>
          <p:nvPr/>
        </p:nvSpPr>
        <p:spPr>
          <a:xfrm>
            <a:off x="3152424" y="1099085"/>
            <a:ext cx="10450" cy="4291664"/>
          </a:xfrm>
          <a:prstGeom prst="rect">
            <a:avLst/>
          </a:prstGeom>
          <a:solidFill>
            <a:srgbClr val="E7D8C7"/>
          </a:solidFill>
          <a:ln w="10450">
            <a:solidFill>
              <a:srgbClr val="E7D8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A72F7A3-D3D4-053F-6A75-F5BEB26522E7}"/>
              </a:ext>
            </a:extLst>
          </p:cNvPr>
          <p:cNvSpPr/>
          <p:nvPr/>
        </p:nvSpPr>
        <p:spPr>
          <a:xfrm>
            <a:off x="5677846" y="1099085"/>
            <a:ext cx="10451" cy="4291664"/>
          </a:xfrm>
          <a:prstGeom prst="rect">
            <a:avLst/>
          </a:prstGeom>
          <a:solidFill>
            <a:srgbClr val="E7D8C7"/>
          </a:solidFill>
          <a:ln w="10450">
            <a:solidFill>
              <a:srgbClr val="E7D8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7AAC75D-54C1-5001-EE41-8BE166DC486E}"/>
              </a:ext>
            </a:extLst>
          </p:cNvPr>
          <p:cNvSpPr/>
          <p:nvPr/>
        </p:nvSpPr>
        <p:spPr>
          <a:xfrm>
            <a:off x="9805606" y="1099085"/>
            <a:ext cx="10450" cy="4291664"/>
          </a:xfrm>
          <a:prstGeom prst="rect">
            <a:avLst/>
          </a:prstGeom>
          <a:solidFill>
            <a:srgbClr val="E7D8C7"/>
          </a:solidFill>
          <a:ln w="10450">
            <a:solidFill>
              <a:srgbClr val="E7D8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09A76C3-0500-5646-8766-0C710120C32B}"/>
              </a:ext>
            </a:extLst>
          </p:cNvPr>
          <p:cNvSpPr/>
          <p:nvPr/>
        </p:nvSpPr>
        <p:spPr>
          <a:xfrm>
            <a:off x="653127" y="1360772"/>
            <a:ext cx="2438339" cy="3663616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D72F19E-0475-C53A-FAE1-2BF66047DB5F}"/>
              </a:ext>
            </a:extLst>
          </p:cNvPr>
          <p:cNvSpPr/>
          <p:nvPr/>
        </p:nvSpPr>
        <p:spPr>
          <a:xfrm>
            <a:off x="627001" y="1308434"/>
            <a:ext cx="2438339" cy="3663616"/>
          </a:xfrm>
          <a:prstGeom prst="roundRect">
            <a:avLst/>
          </a:prstGeom>
          <a:solidFill>
            <a:srgbClr val="EEF4EF"/>
          </a:solidFill>
          <a:ln w="13063">
            <a:solidFill>
              <a:srgbClr val="C8D8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6D7FB0-D015-6D9C-B851-56E9E200F7B7}"/>
              </a:ext>
            </a:extLst>
          </p:cNvPr>
          <p:cNvSpPr txBox="1"/>
          <p:nvPr/>
        </p:nvSpPr>
        <p:spPr>
          <a:xfrm>
            <a:off x="836002" y="1526507"/>
            <a:ext cx="202033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4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4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446DB3-9A18-87AD-3C9D-33C771E59B1D}"/>
              </a:ext>
            </a:extLst>
          </p:cNvPr>
          <p:cNvSpPr txBox="1"/>
          <p:nvPr/>
        </p:nvSpPr>
        <p:spPr>
          <a:xfrm>
            <a:off x="836002" y="1849254"/>
            <a:ext cx="202033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52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52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97C030B-99ED-4021-ADE1-6CD9F635DCC2}"/>
              </a:ext>
            </a:extLst>
          </p:cNvPr>
          <p:cNvSpPr/>
          <p:nvPr/>
        </p:nvSpPr>
        <p:spPr>
          <a:xfrm>
            <a:off x="3352716" y="1360772"/>
            <a:ext cx="2264172" cy="3663616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1FC47E9-6BE8-9A06-04F2-05022284A3B3}"/>
              </a:ext>
            </a:extLst>
          </p:cNvPr>
          <p:cNvSpPr/>
          <p:nvPr/>
        </p:nvSpPr>
        <p:spPr>
          <a:xfrm>
            <a:off x="3326591" y="1308434"/>
            <a:ext cx="2264172" cy="3663616"/>
          </a:xfrm>
          <a:prstGeom prst="roundRect">
            <a:avLst/>
          </a:prstGeom>
          <a:solidFill>
            <a:srgbClr val="FFF3DE"/>
          </a:solidFill>
          <a:ln w="13063">
            <a:solidFill>
              <a:srgbClr val="E4BF7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031B8D-5341-8308-34CF-3555D3524083}"/>
              </a:ext>
            </a:extLst>
          </p:cNvPr>
          <p:cNvSpPr txBox="1"/>
          <p:nvPr/>
        </p:nvSpPr>
        <p:spPr>
          <a:xfrm>
            <a:off x="3535592" y="1526507"/>
            <a:ext cx="1846171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4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4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94B800-68F9-BD76-F33E-1B9D522551E5}"/>
              </a:ext>
            </a:extLst>
          </p:cNvPr>
          <p:cNvSpPr txBox="1"/>
          <p:nvPr/>
        </p:nvSpPr>
        <p:spPr>
          <a:xfrm>
            <a:off x="3535592" y="1849254"/>
            <a:ext cx="1846171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52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52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DC93C77C-31C9-1C15-F033-A6DEC79B8C10}"/>
              </a:ext>
            </a:extLst>
          </p:cNvPr>
          <p:cNvSpPr/>
          <p:nvPr/>
        </p:nvSpPr>
        <p:spPr>
          <a:xfrm>
            <a:off x="5878139" y="1360772"/>
            <a:ext cx="3744591" cy="3663616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40A0549-576F-CE93-B849-7C9149C33C72}"/>
              </a:ext>
            </a:extLst>
          </p:cNvPr>
          <p:cNvSpPr/>
          <p:nvPr/>
        </p:nvSpPr>
        <p:spPr>
          <a:xfrm>
            <a:off x="5852014" y="1308434"/>
            <a:ext cx="3744592" cy="3663616"/>
          </a:xfrm>
          <a:prstGeom prst="roundRect">
            <a:avLst/>
          </a:prstGeom>
          <a:solidFill>
            <a:srgbClr val="EAF7F3"/>
          </a:solidFill>
          <a:ln w="13063">
            <a:solidFill>
              <a:srgbClr val="7CC7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B3B763-BD48-9475-10AA-F1AF21C9DB32}"/>
              </a:ext>
            </a:extLst>
          </p:cNvPr>
          <p:cNvSpPr txBox="1"/>
          <p:nvPr/>
        </p:nvSpPr>
        <p:spPr>
          <a:xfrm>
            <a:off x="6061014" y="1526507"/>
            <a:ext cx="3326591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4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4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838B57-277B-63A9-2B64-92ADBCADDB94}"/>
              </a:ext>
            </a:extLst>
          </p:cNvPr>
          <p:cNvSpPr txBox="1"/>
          <p:nvPr/>
        </p:nvSpPr>
        <p:spPr>
          <a:xfrm>
            <a:off x="6061014" y="1849254"/>
            <a:ext cx="3326591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52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52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184B4B6C-DC70-3772-9828-3CF523368A1F}"/>
              </a:ext>
            </a:extLst>
          </p:cNvPr>
          <p:cNvSpPr/>
          <p:nvPr/>
        </p:nvSpPr>
        <p:spPr>
          <a:xfrm>
            <a:off x="9953648" y="1360772"/>
            <a:ext cx="1828755" cy="3663616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0AE4D1B1-DE8D-80CA-CFCB-6B83A18FB0AB}"/>
              </a:ext>
            </a:extLst>
          </p:cNvPr>
          <p:cNvSpPr/>
          <p:nvPr/>
        </p:nvSpPr>
        <p:spPr>
          <a:xfrm>
            <a:off x="9927523" y="1308434"/>
            <a:ext cx="1828755" cy="3663616"/>
          </a:xfrm>
          <a:prstGeom prst="roundRect">
            <a:avLst/>
          </a:prstGeom>
          <a:solidFill>
            <a:srgbClr val="F1F0FA"/>
          </a:solidFill>
          <a:ln w="13063">
            <a:solidFill>
              <a:srgbClr val="B8B5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9AE274-1F43-52FA-6DFC-9E7C09971759}"/>
              </a:ext>
            </a:extLst>
          </p:cNvPr>
          <p:cNvSpPr txBox="1"/>
          <p:nvPr/>
        </p:nvSpPr>
        <p:spPr>
          <a:xfrm>
            <a:off x="10136524" y="1526507"/>
            <a:ext cx="141075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4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4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7BF53D-7F1C-8034-9650-9AB668E3668B}"/>
              </a:ext>
            </a:extLst>
          </p:cNvPr>
          <p:cNvSpPr txBox="1"/>
          <p:nvPr/>
        </p:nvSpPr>
        <p:spPr>
          <a:xfrm>
            <a:off x="10136524" y="1849254"/>
            <a:ext cx="141075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52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52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7FD492F8-2CA7-6F1C-6853-0FAC89508661}"/>
              </a:ext>
            </a:extLst>
          </p:cNvPr>
          <p:cNvSpPr/>
          <p:nvPr/>
        </p:nvSpPr>
        <p:spPr>
          <a:xfrm>
            <a:off x="1523962" y="2189447"/>
            <a:ext cx="696668" cy="296578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1D6CF5E-DFE7-5597-60E6-876CBF6A7DF5}"/>
              </a:ext>
            </a:extLst>
          </p:cNvPr>
          <p:cNvSpPr/>
          <p:nvPr/>
        </p:nvSpPr>
        <p:spPr>
          <a:xfrm>
            <a:off x="1497837" y="2137109"/>
            <a:ext cx="696668" cy="296579"/>
          </a:xfrm>
          <a:prstGeom prst="roundRect">
            <a:avLst/>
          </a:prstGeom>
          <a:solidFill>
            <a:srgbClr val="EEF4EF"/>
          </a:solidFill>
          <a:ln w="9579">
            <a:solidFill>
              <a:srgbClr val="C8D8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690CD0-AC15-D9C2-10D7-C90D237324A3}"/>
              </a:ext>
            </a:extLst>
          </p:cNvPr>
          <p:cNvSpPr txBox="1"/>
          <p:nvPr/>
        </p:nvSpPr>
        <p:spPr>
          <a:xfrm>
            <a:off x="1497837" y="2137109"/>
            <a:ext cx="6966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4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D97A83FB-9804-2B91-9669-FBE06285889D}"/>
              </a:ext>
            </a:extLst>
          </p:cNvPr>
          <p:cNvSpPr/>
          <p:nvPr/>
        </p:nvSpPr>
        <p:spPr>
          <a:xfrm>
            <a:off x="914377" y="2738989"/>
            <a:ext cx="1915838" cy="976964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0531A797-8204-D307-121C-97BE33E6E0F4}"/>
              </a:ext>
            </a:extLst>
          </p:cNvPr>
          <p:cNvSpPr/>
          <p:nvPr/>
        </p:nvSpPr>
        <p:spPr>
          <a:xfrm>
            <a:off x="888252" y="2686652"/>
            <a:ext cx="1915838" cy="976964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DACF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86D0379C-0D4A-CD0C-17D1-E4470EDDAE94}"/>
              </a:ext>
            </a:extLst>
          </p:cNvPr>
          <p:cNvSpPr/>
          <p:nvPr/>
        </p:nvSpPr>
        <p:spPr>
          <a:xfrm>
            <a:off x="1071128" y="2896001"/>
            <a:ext cx="191583" cy="191904"/>
          </a:xfrm>
          <a:prstGeom prst="ellipse">
            <a:avLst/>
          </a:prstGeom>
          <a:solidFill>
            <a:srgbClr val="86A789"/>
          </a:solidFill>
          <a:ln w="8708">
            <a:solidFill>
              <a:srgbClr val="86A78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0B3C9-2FD7-6C8F-7A59-F99D4A7E64E1}"/>
              </a:ext>
            </a:extLst>
          </p:cNvPr>
          <p:cNvSpPr txBox="1"/>
          <p:nvPr/>
        </p:nvSpPr>
        <p:spPr>
          <a:xfrm>
            <a:off x="1393337" y="2869832"/>
            <a:ext cx="125400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80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B823A7-2C27-9E4B-1E40-F340B2754760}"/>
              </a:ext>
            </a:extLst>
          </p:cNvPr>
          <p:cNvSpPr txBox="1"/>
          <p:nvPr/>
        </p:nvSpPr>
        <p:spPr>
          <a:xfrm>
            <a:off x="1201753" y="3157688"/>
            <a:ext cx="142817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headings + tables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4DD6A5-6B5D-9051-28CB-035AA9AEEB95}"/>
              </a:ext>
            </a:extLst>
          </p:cNvPr>
          <p:cNvSpPr txBox="1"/>
          <p:nvPr/>
        </p:nvSpPr>
        <p:spPr>
          <a:xfrm>
            <a:off x="1201753" y="3314700"/>
            <a:ext cx="142817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charts + images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A32BFDA7-A249-89DC-1434-F92C67A02AA8}"/>
              </a:ext>
            </a:extLst>
          </p:cNvPr>
          <p:cNvSpPr/>
          <p:nvPr/>
        </p:nvSpPr>
        <p:spPr>
          <a:xfrm>
            <a:off x="914377" y="3995086"/>
            <a:ext cx="1915838" cy="976964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834EDC95-9B43-DC77-2CD7-FE56A77BFFE8}"/>
              </a:ext>
            </a:extLst>
          </p:cNvPr>
          <p:cNvSpPr/>
          <p:nvPr/>
        </p:nvSpPr>
        <p:spPr>
          <a:xfrm>
            <a:off x="888252" y="3942748"/>
            <a:ext cx="1915838" cy="976965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DACF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736BC03C-5BDF-B4F4-886B-7B2B991CF3CD}"/>
              </a:ext>
            </a:extLst>
          </p:cNvPr>
          <p:cNvSpPr/>
          <p:nvPr/>
        </p:nvSpPr>
        <p:spPr>
          <a:xfrm>
            <a:off x="1071128" y="4152098"/>
            <a:ext cx="191583" cy="191904"/>
          </a:xfrm>
          <a:prstGeom prst="ellipse">
            <a:avLst/>
          </a:prstGeom>
          <a:solidFill>
            <a:srgbClr val="86A789"/>
          </a:solidFill>
          <a:ln w="8708">
            <a:solidFill>
              <a:srgbClr val="86A78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0E09B3-513C-BA7C-0688-AF8142919951}"/>
              </a:ext>
            </a:extLst>
          </p:cNvPr>
          <p:cNvSpPr txBox="1"/>
          <p:nvPr/>
        </p:nvSpPr>
        <p:spPr>
          <a:xfrm>
            <a:off x="1393337" y="4125929"/>
            <a:ext cx="125400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80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888E2FB-3BA2-422D-FF95-27925C8DC0D4}"/>
              </a:ext>
            </a:extLst>
          </p:cNvPr>
          <p:cNvSpPr txBox="1"/>
          <p:nvPr/>
        </p:nvSpPr>
        <p:spPr>
          <a:xfrm>
            <a:off x="1201753" y="4413785"/>
            <a:ext cx="142817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Pandoc/simple AST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1AA1457-7976-A995-7CA5-97D0C0FA5B8C}"/>
              </a:ext>
            </a:extLst>
          </p:cNvPr>
          <p:cNvSpPr txBox="1"/>
          <p:nvPr/>
        </p:nvSpPr>
        <p:spPr>
          <a:xfrm>
            <a:off x="1201753" y="4570797"/>
            <a:ext cx="142817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736B41C8-53BD-5010-C5BB-6E7A7FC3B13C}"/>
              </a:ext>
            </a:extLst>
          </p:cNvPr>
          <p:cNvCxnSpPr/>
          <p:nvPr/>
        </p:nvCxnSpPr>
        <p:spPr>
          <a:xfrm>
            <a:off x="1846171" y="2433688"/>
            <a:ext cx="0" cy="235518"/>
          </a:xfrm>
          <a:prstGeom prst="line">
            <a:avLst/>
          </a:prstGeom>
          <a:ln w="34833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4BB2B9A7-0F9A-0E45-A25D-A27BACC577C1}"/>
              </a:ext>
            </a:extLst>
          </p:cNvPr>
          <p:cNvCxnSpPr/>
          <p:nvPr/>
        </p:nvCxnSpPr>
        <p:spPr>
          <a:xfrm>
            <a:off x="1846171" y="3663616"/>
            <a:ext cx="0" cy="261687"/>
          </a:xfrm>
          <a:prstGeom prst="line">
            <a:avLst/>
          </a:prstGeom>
          <a:ln w="29608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2E76EA3-2998-9AC5-023A-BFAE63656D0F}"/>
              </a:ext>
            </a:extLst>
          </p:cNvPr>
          <p:cNvSpPr/>
          <p:nvPr/>
        </p:nvSpPr>
        <p:spPr>
          <a:xfrm>
            <a:off x="3613967" y="2180724"/>
            <a:ext cx="1785212" cy="959518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B41940D8-3ECC-7B73-60DD-01098BB261D9}"/>
              </a:ext>
            </a:extLst>
          </p:cNvPr>
          <p:cNvSpPr/>
          <p:nvPr/>
        </p:nvSpPr>
        <p:spPr>
          <a:xfrm>
            <a:off x="3587842" y="2128386"/>
            <a:ext cx="1785212" cy="959519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E4BF7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286A4B32-2013-823C-6F5A-8D0ED1DC8605}"/>
              </a:ext>
            </a:extLst>
          </p:cNvPr>
          <p:cNvSpPr/>
          <p:nvPr/>
        </p:nvSpPr>
        <p:spPr>
          <a:xfrm>
            <a:off x="3770717" y="2337736"/>
            <a:ext cx="191584" cy="191903"/>
          </a:xfrm>
          <a:prstGeom prst="ellipse">
            <a:avLst/>
          </a:prstGeom>
          <a:solidFill>
            <a:srgbClr val="E9B44C"/>
          </a:solidFill>
          <a:ln w="8708">
            <a:solidFill>
              <a:srgbClr val="E9B4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8A30A8-057E-5318-AA74-45AEAFB161D0}"/>
              </a:ext>
            </a:extLst>
          </p:cNvPr>
          <p:cNvSpPr txBox="1"/>
          <p:nvPr/>
        </p:nvSpPr>
        <p:spPr>
          <a:xfrm>
            <a:off x="4092926" y="2311567"/>
            <a:ext cx="112337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80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3D782DA-DD0A-DC81-7F9B-13D1B77E9DA7}"/>
              </a:ext>
            </a:extLst>
          </p:cNvPr>
          <p:cNvSpPr txBox="1"/>
          <p:nvPr/>
        </p:nvSpPr>
        <p:spPr>
          <a:xfrm>
            <a:off x="3901342" y="2599423"/>
            <a:ext cx="129754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945181-F594-C2DC-497B-CA63BAE65A4F}"/>
              </a:ext>
            </a:extLst>
          </p:cNvPr>
          <p:cNvSpPr txBox="1"/>
          <p:nvPr/>
        </p:nvSpPr>
        <p:spPr>
          <a:xfrm>
            <a:off x="3901342" y="2756435"/>
            <a:ext cx="129754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whole graph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6129ED3-145D-564B-E330-5207E89F21F7}"/>
              </a:ext>
            </a:extLst>
          </p:cNvPr>
          <p:cNvSpPr/>
          <p:nvPr/>
        </p:nvSpPr>
        <p:spPr>
          <a:xfrm>
            <a:off x="3613967" y="3628724"/>
            <a:ext cx="1785212" cy="1081639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5EAA3CB1-3EAF-BC81-9176-79385CC16AE3}"/>
              </a:ext>
            </a:extLst>
          </p:cNvPr>
          <p:cNvSpPr/>
          <p:nvPr/>
        </p:nvSpPr>
        <p:spPr>
          <a:xfrm>
            <a:off x="3587842" y="3576387"/>
            <a:ext cx="1785212" cy="1081639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E4BF7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B1BC2B26-BCCC-F1B5-B996-90B56492AD85}"/>
              </a:ext>
            </a:extLst>
          </p:cNvPr>
          <p:cNvSpPr/>
          <p:nvPr/>
        </p:nvSpPr>
        <p:spPr>
          <a:xfrm>
            <a:off x="3770717" y="3785736"/>
            <a:ext cx="191584" cy="191904"/>
          </a:xfrm>
          <a:prstGeom prst="ellipse">
            <a:avLst/>
          </a:prstGeom>
          <a:solidFill>
            <a:srgbClr val="E9B44C"/>
          </a:solidFill>
          <a:ln w="8708">
            <a:solidFill>
              <a:srgbClr val="E9B4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95B5D25-7DE0-B4D0-87EA-13E8A50C7E41}"/>
              </a:ext>
            </a:extLst>
          </p:cNvPr>
          <p:cNvSpPr txBox="1"/>
          <p:nvPr/>
        </p:nvSpPr>
        <p:spPr>
          <a:xfrm>
            <a:off x="4092926" y="3759568"/>
            <a:ext cx="112337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80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173E8CA9-E62A-455D-5901-609C9E01008F}"/>
              </a:ext>
            </a:extLst>
          </p:cNvPr>
          <p:cNvSpPr/>
          <p:nvPr/>
        </p:nvSpPr>
        <p:spPr>
          <a:xfrm>
            <a:off x="3901342" y="4204435"/>
            <a:ext cx="1149503" cy="296579"/>
          </a:xfrm>
          <a:prstGeom prst="roundRect">
            <a:avLst/>
          </a:prstGeom>
          <a:solidFill>
            <a:srgbClr val="FFF7E6"/>
          </a:solidFill>
          <a:ln w="9579">
            <a:solidFill>
              <a:srgbClr val="E9B4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5F9F10E-B65D-9E22-2B7D-8FE0D20BAC72}"/>
              </a:ext>
            </a:extLst>
          </p:cNvPr>
          <p:cNvSpPr txBox="1"/>
          <p:nvPr/>
        </p:nvSpPr>
        <p:spPr>
          <a:xfrm>
            <a:off x="3901342" y="4204435"/>
            <a:ext cx="114950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4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3B50694F-B2D8-64D8-ABC0-C6EB56AD69A1}"/>
              </a:ext>
            </a:extLst>
          </p:cNvPr>
          <p:cNvCxnSpPr/>
          <p:nvPr/>
        </p:nvCxnSpPr>
        <p:spPr>
          <a:xfrm>
            <a:off x="2804090" y="4361447"/>
            <a:ext cx="348334" cy="0"/>
          </a:xfrm>
          <a:prstGeom prst="line">
            <a:avLst/>
          </a:prstGeom>
          <a:ln w="29608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F8B2ED1-B866-2227-0B5E-3B107131F19F}"/>
              </a:ext>
            </a:extLst>
          </p:cNvPr>
          <p:cNvCxnSpPr/>
          <p:nvPr/>
        </p:nvCxnSpPr>
        <p:spPr>
          <a:xfrm flipV="1">
            <a:off x="3152424" y="2581977"/>
            <a:ext cx="0" cy="1779470"/>
          </a:xfrm>
          <a:prstGeom prst="line">
            <a:avLst/>
          </a:prstGeom>
          <a:ln w="29608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A1E4214F-3F1B-1F58-333D-23AAEE61C055}"/>
              </a:ext>
            </a:extLst>
          </p:cNvPr>
          <p:cNvCxnSpPr/>
          <p:nvPr/>
        </p:nvCxnSpPr>
        <p:spPr>
          <a:xfrm>
            <a:off x="3152424" y="2581977"/>
            <a:ext cx="418001" cy="0"/>
          </a:xfrm>
          <a:prstGeom prst="line">
            <a:avLst/>
          </a:prstGeom>
          <a:ln w="29608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C0635751-74CA-5874-9E59-E04343B677FF}"/>
              </a:ext>
            </a:extLst>
          </p:cNvPr>
          <p:cNvCxnSpPr/>
          <p:nvPr/>
        </p:nvCxnSpPr>
        <p:spPr>
          <a:xfrm>
            <a:off x="4476094" y="3035567"/>
            <a:ext cx="0" cy="523374"/>
          </a:xfrm>
          <a:prstGeom prst="line">
            <a:avLst/>
          </a:prstGeom>
          <a:ln w="24383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E059C2E-A744-75A0-77E1-129366EFE5C5}"/>
              </a:ext>
            </a:extLst>
          </p:cNvPr>
          <p:cNvSpPr/>
          <p:nvPr/>
        </p:nvSpPr>
        <p:spPr>
          <a:xfrm>
            <a:off x="6252598" y="2250507"/>
            <a:ext cx="2995673" cy="680386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5DB98430-FCDE-B4D6-A045-3D72CFEF51CC}"/>
              </a:ext>
            </a:extLst>
          </p:cNvPr>
          <p:cNvSpPr/>
          <p:nvPr/>
        </p:nvSpPr>
        <p:spPr>
          <a:xfrm>
            <a:off x="6226473" y="2198170"/>
            <a:ext cx="2995674" cy="680385"/>
          </a:xfrm>
          <a:prstGeom prst="roundRect">
            <a:avLst/>
          </a:prstGeom>
          <a:solidFill>
            <a:srgbClr val="DCFCE7"/>
          </a:solidFill>
          <a:ln w="13063">
            <a:solidFill>
              <a:srgbClr val="7CC7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5B799A-AB1C-9A9D-98C3-DF422C18B9DD}"/>
              </a:ext>
            </a:extLst>
          </p:cNvPr>
          <p:cNvSpPr txBox="1"/>
          <p:nvPr/>
        </p:nvSpPr>
        <p:spPr>
          <a:xfrm>
            <a:off x="6487723" y="2355182"/>
            <a:ext cx="252542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224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24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DF815AB-C6F2-8C0B-6AC7-EAF93AE313DD}"/>
              </a:ext>
            </a:extLst>
          </p:cNvPr>
          <p:cNvSpPr txBox="1"/>
          <p:nvPr/>
        </p:nvSpPr>
        <p:spPr>
          <a:xfrm>
            <a:off x="6487723" y="2634314"/>
            <a:ext cx="252542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940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D09EA3F-88AD-326A-B2E9-AA9BD85E19C5}"/>
              </a:ext>
            </a:extLst>
          </p:cNvPr>
          <p:cNvCxnSpPr/>
          <p:nvPr/>
        </p:nvCxnSpPr>
        <p:spPr>
          <a:xfrm>
            <a:off x="5373054" y="2581977"/>
            <a:ext cx="827294" cy="0"/>
          </a:xfrm>
          <a:prstGeom prst="line">
            <a:avLst/>
          </a:prstGeom>
          <a:ln w="40058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333238E-BE2D-F401-FA7C-189EBB39606E}"/>
              </a:ext>
            </a:extLst>
          </p:cNvPr>
          <p:cNvSpPr/>
          <p:nvPr/>
        </p:nvSpPr>
        <p:spPr>
          <a:xfrm>
            <a:off x="6121973" y="3192580"/>
            <a:ext cx="975336" cy="767614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58A33B47-B258-4FA3-ED25-6D7EB3CC22EB}"/>
              </a:ext>
            </a:extLst>
          </p:cNvPr>
          <p:cNvSpPr/>
          <p:nvPr/>
        </p:nvSpPr>
        <p:spPr>
          <a:xfrm>
            <a:off x="6095848" y="3140242"/>
            <a:ext cx="975335" cy="767615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215048F-841C-AEF9-B7DA-1C776FECEE74}"/>
              </a:ext>
            </a:extLst>
          </p:cNvPr>
          <p:cNvSpPr/>
          <p:nvPr/>
        </p:nvSpPr>
        <p:spPr>
          <a:xfrm>
            <a:off x="6243889" y="3349592"/>
            <a:ext cx="191584" cy="191903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34A759F-FFD5-D181-A950-2A8AB87F52A0}"/>
              </a:ext>
            </a:extLst>
          </p:cNvPr>
          <p:cNvSpPr txBox="1"/>
          <p:nvPr/>
        </p:nvSpPr>
        <p:spPr>
          <a:xfrm>
            <a:off x="6487723" y="3323423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Feature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14C9505-9149-CA70-2A06-074A3DA75D81}"/>
              </a:ext>
            </a:extLst>
          </p:cNvPr>
          <p:cNvSpPr txBox="1"/>
          <p:nvPr/>
        </p:nvSpPr>
        <p:spPr>
          <a:xfrm>
            <a:off x="6304848" y="3620001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533F31E-B079-2E1A-B3B9-86F5F5A7F088}"/>
              </a:ext>
            </a:extLst>
          </p:cNvPr>
          <p:cNvSpPr/>
          <p:nvPr/>
        </p:nvSpPr>
        <p:spPr>
          <a:xfrm>
            <a:off x="7280184" y="3192580"/>
            <a:ext cx="975335" cy="767614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83EDDDAF-9EE0-6089-D371-4F060EE45083}"/>
              </a:ext>
            </a:extLst>
          </p:cNvPr>
          <p:cNvSpPr/>
          <p:nvPr/>
        </p:nvSpPr>
        <p:spPr>
          <a:xfrm>
            <a:off x="7254059" y="3140242"/>
            <a:ext cx="975336" cy="767615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50685072-0378-F7AF-F40B-6CAACBFC9678}"/>
              </a:ext>
            </a:extLst>
          </p:cNvPr>
          <p:cNvSpPr/>
          <p:nvPr/>
        </p:nvSpPr>
        <p:spPr>
          <a:xfrm>
            <a:off x="7402101" y="3349592"/>
            <a:ext cx="191584" cy="191903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BE8011B-AD00-EA60-4475-40B39B191384}"/>
              </a:ext>
            </a:extLst>
          </p:cNvPr>
          <p:cNvSpPr txBox="1"/>
          <p:nvPr/>
        </p:nvSpPr>
        <p:spPr>
          <a:xfrm>
            <a:off x="7645935" y="3323423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Recipe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C570345-9A8F-28D1-8E42-D16EAA387EF6}"/>
              </a:ext>
            </a:extLst>
          </p:cNvPr>
          <p:cNvSpPr txBox="1"/>
          <p:nvPr/>
        </p:nvSpPr>
        <p:spPr>
          <a:xfrm>
            <a:off x="7463059" y="3620001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B981FF87-60AF-EEAE-C338-ACBC906956F0}"/>
              </a:ext>
            </a:extLst>
          </p:cNvPr>
          <p:cNvSpPr/>
          <p:nvPr/>
        </p:nvSpPr>
        <p:spPr>
          <a:xfrm>
            <a:off x="8438395" y="3192580"/>
            <a:ext cx="975336" cy="767614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A64B2383-BBFD-F8B8-F34A-A4C714C0380E}"/>
              </a:ext>
            </a:extLst>
          </p:cNvPr>
          <p:cNvSpPr/>
          <p:nvPr/>
        </p:nvSpPr>
        <p:spPr>
          <a:xfrm>
            <a:off x="8412269" y="3140242"/>
            <a:ext cx="975336" cy="767615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C6426748-9FFB-B918-AEC7-8F39342C015F}"/>
              </a:ext>
            </a:extLst>
          </p:cNvPr>
          <p:cNvSpPr/>
          <p:nvPr/>
        </p:nvSpPr>
        <p:spPr>
          <a:xfrm>
            <a:off x="8560312" y="3349592"/>
            <a:ext cx="191583" cy="191903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672674-B9B5-7961-C650-0785A4D5FD4E}"/>
              </a:ext>
            </a:extLst>
          </p:cNvPr>
          <p:cNvSpPr txBox="1"/>
          <p:nvPr/>
        </p:nvSpPr>
        <p:spPr>
          <a:xfrm>
            <a:off x="8804146" y="3323423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BCD2A22-EAAB-F74A-CDD1-198A5D2A03D9}"/>
              </a:ext>
            </a:extLst>
          </p:cNvPr>
          <p:cNvSpPr txBox="1"/>
          <p:nvPr/>
        </p:nvSpPr>
        <p:spPr>
          <a:xfrm>
            <a:off x="8621270" y="3620001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E1055928-ACE1-AF45-E4FD-CE1FDEBB9765}"/>
              </a:ext>
            </a:extLst>
          </p:cNvPr>
          <p:cNvSpPr/>
          <p:nvPr/>
        </p:nvSpPr>
        <p:spPr>
          <a:xfrm>
            <a:off x="6121973" y="4221881"/>
            <a:ext cx="975336" cy="767615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FE499AE3-72CB-5EF1-3C6B-4EA87A4A9105}"/>
              </a:ext>
            </a:extLst>
          </p:cNvPr>
          <p:cNvSpPr/>
          <p:nvPr/>
        </p:nvSpPr>
        <p:spPr>
          <a:xfrm>
            <a:off x="6095848" y="4169544"/>
            <a:ext cx="975335" cy="767614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79F4BC1B-8E4A-3840-7964-7F98B9593566}"/>
              </a:ext>
            </a:extLst>
          </p:cNvPr>
          <p:cNvSpPr/>
          <p:nvPr/>
        </p:nvSpPr>
        <p:spPr>
          <a:xfrm>
            <a:off x="6243889" y="4378893"/>
            <a:ext cx="191584" cy="191904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33F9426-726F-5C85-54A4-0B551CF394AF}"/>
              </a:ext>
            </a:extLst>
          </p:cNvPr>
          <p:cNvSpPr txBox="1"/>
          <p:nvPr/>
        </p:nvSpPr>
        <p:spPr>
          <a:xfrm>
            <a:off x="6487723" y="4352725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5107169-4792-45F2-7615-3A11600A0670}"/>
              </a:ext>
            </a:extLst>
          </p:cNvPr>
          <p:cNvSpPr txBox="1"/>
          <p:nvPr/>
        </p:nvSpPr>
        <p:spPr>
          <a:xfrm>
            <a:off x="6304848" y="4649303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74029D9-ADDC-A92D-E521-A1A2170A6A27}"/>
              </a:ext>
            </a:extLst>
          </p:cNvPr>
          <p:cNvSpPr/>
          <p:nvPr/>
        </p:nvSpPr>
        <p:spPr>
          <a:xfrm>
            <a:off x="7280184" y="4221881"/>
            <a:ext cx="975335" cy="767615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754B2884-D3A4-E163-C189-6662049F9592}"/>
              </a:ext>
            </a:extLst>
          </p:cNvPr>
          <p:cNvSpPr/>
          <p:nvPr/>
        </p:nvSpPr>
        <p:spPr>
          <a:xfrm>
            <a:off x="7254059" y="4169544"/>
            <a:ext cx="975336" cy="767614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F539A6F1-B95B-3598-7124-D9ABEA00A57E}"/>
              </a:ext>
            </a:extLst>
          </p:cNvPr>
          <p:cNvSpPr/>
          <p:nvPr/>
        </p:nvSpPr>
        <p:spPr>
          <a:xfrm>
            <a:off x="7402101" y="4378893"/>
            <a:ext cx="191584" cy="191904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57CF915-0680-5C40-E4B1-D0F22DA4332A}"/>
              </a:ext>
            </a:extLst>
          </p:cNvPr>
          <p:cNvSpPr txBox="1"/>
          <p:nvPr/>
        </p:nvSpPr>
        <p:spPr>
          <a:xfrm>
            <a:off x="7645935" y="4352725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Object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A7C2A5E-4B22-1064-A741-EE6CC064D858}"/>
              </a:ext>
            </a:extLst>
          </p:cNvPr>
          <p:cNvSpPr txBox="1"/>
          <p:nvPr/>
        </p:nvSpPr>
        <p:spPr>
          <a:xfrm>
            <a:off x="7463059" y="4649303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183E8C07-5993-CA08-268E-353602C523C6}"/>
              </a:ext>
            </a:extLst>
          </p:cNvPr>
          <p:cNvSpPr/>
          <p:nvPr/>
        </p:nvSpPr>
        <p:spPr>
          <a:xfrm>
            <a:off x="8438395" y="4221881"/>
            <a:ext cx="975336" cy="767615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F0B2B602-4838-3AC9-1769-D5BEF3430674}"/>
              </a:ext>
            </a:extLst>
          </p:cNvPr>
          <p:cNvSpPr/>
          <p:nvPr/>
        </p:nvSpPr>
        <p:spPr>
          <a:xfrm>
            <a:off x="8412269" y="4169544"/>
            <a:ext cx="975336" cy="767614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B87AAF74-356D-36A8-73EC-F48BA4628C20}"/>
              </a:ext>
            </a:extLst>
          </p:cNvPr>
          <p:cNvSpPr/>
          <p:nvPr/>
        </p:nvSpPr>
        <p:spPr>
          <a:xfrm>
            <a:off x="8560312" y="4378893"/>
            <a:ext cx="191583" cy="191904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15B7ED5-B78D-3B30-B752-35943806176E}"/>
              </a:ext>
            </a:extLst>
          </p:cNvPr>
          <p:cNvSpPr txBox="1"/>
          <p:nvPr/>
        </p:nvSpPr>
        <p:spPr>
          <a:xfrm>
            <a:off x="8804146" y="4352725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Decor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2FD6F21-86D2-CF5F-9DCC-155B62247300}"/>
              </a:ext>
            </a:extLst>
          </p:cNvPr>
          <p:cNvSpPr txBox="1"/>
          <p:nvPr/>
        </p:nvSpPr>
        <p:spPr>
          <a:xfrm>
            <a:off x="8621270" y="4649303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0F99A48-B346-761E-CF35-4CA91F94E0C2}"/>
              </a:ext>
            </a:extLst>
          </p:cNvPr>
          <p:cNvCxnSpPr/>
          <p:nvPr/>
        </p:nvCxnSpPr>
        <p:spPr>
          <a:xfrm>
            <a:off x="7071183" y="3524050"/>
            <a:ext cx="165459" cy="0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7771409A-0DA1-A276-4147-7C3E96628D1D}"/>
              </a:ext>
            </a:extLst>
          </p:cNvPr>
          <p:cNvCxnSpPr/>
          <p:nvPr/>
        </p:nvCxnSpPr>
        <p:spPr>
          <a:xfrm>
            <a:off x="8229395" y="3524050"/>
            <a:ext cx="165458" cy="0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CBF0A95C-B54C-D31A-0B6B-145C0A687F5A}"/>
              </a:ext>
            </a:extLst>
          </p:cNvPr>
          <p:cNvCxnSpPr/>
          <p:nvPr/>
        </p:nvCxnSpPr>
        <p:spPr>
          <a:xfrm>
            <a:off x="7071183" y="4553351"/>
            <a:ext cx="165459" cy="0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F060A169-E98A-236C-3900-2930B10A59D2}"/>
              </a:ext>
            </a:extLst>
          </p:cNvPr>
          <p:cNvCxnSpPr/>
          <p:nvPr/>
        </p:nvCxnSpPr>
        <p:spPr>
          <a:xfrm>
            <a:off x="8229395" y="4553351"/>
            <a:ext cx="165458" cy="0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DDA1AEBD-5D78-6573-6C70-E1A927577071}"/>
              </a:ext>
            </a:extLst>
          </p:cNvPr>
          <p:cNvCxnSpPr/>
          <p:nvPr/>
        </p:nvCxnSpPr>
        <p:spPr>
          <a:xfrm>
            <a:off x="6583515" y="3907857"/>
            <a:ext cx="0" cy="244241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2C19A15C-70D8-FABF-DAA6-7C6D0D08F72D}"/>
              </a:ext>
            </a:extLst>
          </p:cNvPr>
          <p:cNvCxnSpPr/>
          <p:nvPr/>
        </p:nvCxnSpPr>
        <p:spPr>
          <a:xfrm>
            <a:off x="7741727" y="3907857"/>
            <a:ext cx="0" cy="244241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41FCADBA-22D3-66C3-4462-35E8290B2B52}"/>
              </a:ext>
            </a:extLst>
          </p:cNvPr>
          <p:cNvCxnSpPr/>
          <p:nvPr/>
        </p:nvCxnSpPr>
        <p:spPr>
          <a:xfrm>
            <a:off x="8899937" y="3907857"/>
            <a:ext cx="0" cy="244241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4815C80D-8B51-B3C5-6A43-F3D246B7D79D}"/>
              </a:ext>
            </a:extLst>
          </p:cNvPr>
          <p:cNvCxnSpPr/>
          <p:nvPr/>
        </p:nvCxnSpPr>
        <p:spPr>
          <a:xfrm>
            <a:off x="5373054" y="4117206"/>
            <a:ext cx="374460" cy="0"/>
          </a:xfrm>
          <a:prstGeom prst="line">
            <a:avLst/>
          </a:prstGeom>
          <a:ln w="24383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3BEFA018-2E5E-F150-2AF8-D272F787E2F2}"/>
              </a:ext>
            </a:extLst>
          </p:cNvPr>
          <p:cNvCxnSpPr/>
          <p:nvPr/>
        </p:nvCxnSpPr>
        <p:spPr>
          <a:xfrm flipV="1">
            <a:off x="5747514" y="3524050"/>
            <a:ext cx="0" cy="593156"/>
          </a:xfrm>
          <a:prstGeom prst="line">
            <a:avLst/>
          </a:prstGeom>
          <a:ln w="24383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6753D295-352E-CF67-E975-EF8B36FD7591}"/>
              </a:ext>
            </a:extLst>
          </p:cNvPr>
          <p:cNvCxnSpPr/>
          <p:nvPr/>
        </p:nvCxnSpPr>
        <p:spPr>
          <a:xfrm>
            <a:off x="5747514" y="3524050"/>
            <a:ext cx="330917" cy="0"/>
          </a:xfrm>
          <a:prstGeom prst="line">
            <a:avLst/>
          </a:prstGeom>
          <a:ln w="24383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A0FCCFF3-8A2A-0F80-F7F4-8CBA5617B719}"/>
              </a:ext>
            </a:extLst>
          </p:cNvPr>
          <p:cNvCxnSpPr/>
          <p:nvPr/>
        </p:nvCxnSpPr>
        <p:spPr>
          <a:xfrm>
            <a:off x="9222146" y="2581977"/>
            <a:ext cx="687961" cy="0"/>
          </a:xfrm>
          <a:prstGeom prst="line">
            <a:avLst/>
          </a:prstGeom>
          <a:ln w="40058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D400527A-58AB-B172-1D2B-31F3845A5F82}"/>
              </a:ext>
            </a:extLst>
          </p:cNvPr>
          <p:cNvSpPr/>
          <p:nvPr/>
        </p:nvSpPr>
        <p:spPr>
          <a:xfrm>
            <a:off x="10145232" y="2233061"/>
            <a:ext cx="1445587" cy="907181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A43CC21A-8513-BB56-6F2E-99C580062EFD}"/>
              </a:ext>
            </a:extLst>
          </p:cNvPr>
          <p:cNvSpPr/>
          <p:nvPr/>
        </p:nvSpPr>
        <p:spPr>
          <a:xfrm>
            <a:off x="10119107" y="2180724"/>
            <a:ext cx="1445587" cy="907181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DACF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764D6E09-A4F2-2833-269B-CFA135532BDA}"/>
              </a:ext>
            </a:extLst>
          </p:cNvPr>
          <p:cNvSpPr/>
          <p:nvPr/>
        </p:nvSpPr>
        <p:spPr>
          <a:xfrm>
            <a:off x="10267149" y="2390073"/>
            <a:ext cx="191584" cy="191904"/>
          </a:xfrm>
          <a:prstGeom prst="ellipse">
            <a:avLst/>
          </a:prstGeom>
          <a:solidFill>
            <a:srgbClr val="818CF8"/>
          </a:solidFill>
          <a:ln w="8708">
            <a:solidFill>
              <a:srgbClr val="818C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669CAD7-4EDD-65EE-0B95-D2E473377DE8}"/>
              </a:ext>
            </a:extLst>
          </p:cNvPr>
          <p:cNvSpPr txBox="1"/>
          <p:nvPr/>
        </p:nvSpPr>
        <p:spPr>
          <a:xfrm>
            <a:off x="10563233" y="2363905"/>
            <a:ext cx="91437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Styled IR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147EEEF-E86D-4528-0C5A-610CFC23C4C5}"/>
              </a:ext>
            </a:extLst>
          </p:cNvPr>
          <p:cNvSpPr txBox="1"/>
          <p:nvPr/>
        </p:nvSpPr>
        <p:spPr>
          <a:xfrm>
            <a:off x="10397775" y="2669206"/>
            <a:ext cx="992752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coherent deck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5CDFA5CE-3683-CB03-728A-C81973482F76}"/>
              </a:ext>
            </a:extLst>
          </p:cNvPr>
          <p:cNvSpPr/>
          <p:nvPr/>
        </p:nvSpPr>
        <p:spPr>
          <a:xfrm>
            <a:off x="10145232" y="3515327"/>
            <a:ext cx="1445587" cy="907181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A1C1A95A-BE25-E173-C9F5-ED8122D46107}"/>
              </a:ext>
            </a:extLst>
          </p:cNvPr>
          <p:cNvSpPr/>
          <p:nvPr/>
        </p:nvSpPr>
        <p:spPr>
          <a:xfrm>
            <a:off x="10119107" y="3462989"/>
            <a:ext cx="1445587" cy="907181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DACF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8F64A1BA-70BE-FCAB-EA60-F3B44C50035E}"/>
              </a:ext>
            </a:extLst>
          </p:cNvPr>
          <p:cNvSpPr/>
          <p:nvPr/>
        </p:nvSpPr>
        <p:spPr>
          <a:xfrm>
            <a:off x="10267149" y="3672339"/>
            <a:ext cx="191584" cy="191903"/>
          </a:xfrm>
          <a:prstGeom prst="ellipse">
            <a:avLst/>
          </a:prstGeom>
          <a:solidFill>
            <a:srgbClr val="818CF8"/>
          </a:solidFill>
          <a:ln w="8708">
            <a:solidFill>
              <a:srgbClr val="818C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0FB369C-9B1A-E3EC-45CF-6705FF57BA7E}"/>
              </a:ext>
            </a:extLst>
          </p:cNvPr>
          <p:cNvSpPr txBox="1"/>
          <p:nvPr/>
        </p:nvSpPr>
        <p:spPr>
          <a:xfrm>
            <a:off x="10563233" y="3646170"/>
            <a:ext cx="91437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93BA7A4-1DCD-CFC8-0502-4EF879A68953}"/>
              </a:ext>
            </a:extLst>
          </p:cNvPr>
          <p:cNvSpPr txBox="1"/>
          <p:nvPr/>
        </p:nvSpPr>
        <p:spPr>
          <a:xfrm>
            <a:off x="10397775" y="3951471"/>
            <a:ext cx="992752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PPTX output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2595441D-943A-1CFA-8814-C22DC441E5E5}"/>
              </a:ext>
            </a:extLst>
          </p:cNvPr>
          <p:cNvCxnSpPr/>
          <p:nvPr/>
        </p:nvCxnSpPr>
        <p:spPr>
          <a:xfrm>
            <a:off x="10841900" y="3087905"/>
            <a:ext cx="0" cy="357639"/>
          </a:xfrm>
          <a:prstGeom prst="line">
            <a:avLst/>
          </a:prstGeom>
          <a:ln w="3135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AAA80C96-D135-CE4E-E6B9-5AF575C43460}"/>
              </a:ext>
            </a:extLst>
          </p:cNvPr>
          <p:cNvSpPr/>
          <p:nvPr/>
        </p:nvSpPr>
        <p:spPr>
          <a:xfrm>
            <a:off x="10145232" y="4466122"/>
            <a:ext cx="1445587" cy="453590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58826FCB-F04C-56A0-B318-A2203F71FBAE}"/>
              </a:ext>
            </a:extLst>
          </p:cNvPr>
          <p:cNvSpPr/>
          <p:nvPr/>
        </p:nvSpPr>
        <p:spPr>
          <a:xfrm>
            <a:off x="10119107" y="4413785"/>
            <a:ext cx="1445587" cy="453590"/>
          </a:xfrm>
          <a:prstGeom prst="roundRect">
            <a:avLst/>
          </a:prstGeom>
          <a:solidFill>
            <a:srgbClr val="FFF1F2"/>
          </a:solidFill>
          <a:ln w="12192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735C9753-805C-FD40-52B9-055E7E8137B7}"/>
              </a:ext>
            </a:extLst>
          </p:cNvPr>
          <p:cNvSpPr/>
          <p:nvPr/>
        </p:nvSpPr>
        <p:spPr>
          <a:xfrm>
            <a:off x="10232316" y="4544628"/>
            <a:ext cx="191583" cy="191904"/>
          </a:xfrm>
          <a:prstGeom prst="ellipse">
            <a:avLst/>
          </a:prstGeom>
          <a:solidFill>
            <a:srgbClr val="BE123C"/>
          </a:solidFill>
          <a:ln w="8708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30F1DE5A-FD3B-5B93-89D9-DDE260B60769}"/>
              </a:ext>
            </a:extLst>
          </p:cNvPr>
          <p:cNvSpPr txBox="1"/>
          <p:nvPr/>
        </p:nvSpPr>
        <p:spPr>
          <a:xfrm>
            <a:off x="10554525" y="4535905"/>
            <a:ext cx="801169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881337"/>
                </a:solidFill>
                <a:latin typeface="Aptos" panose="020B0004020202020204" pitchFamily="34" charset="0"/>
              </a:rPr>
              <a:t>Visual QA</a:t>
            </a:r>
            <a:endParaRPr lang="ko-KR" altLang="en-US" sz="1008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33A754BF-6204-43E7-C2D5-D525F922A1D3}"/>
              </a:ext>
            </a:extLst>
          </p:cNvPr>
          <p:cNvCxnSpPr/>
          <p:nvPr/>
        </p:nvCxnSpPr>
        <p:spPr>
          <a:xfrm>
            <a:off x="10841900" y="4370170"/>
            <a:ext cx="0" cy="26169"/>
          </a:xfrm>
          <a:prstGeom prst="line">
            <a:avLst/>
          </a:prstGeom>
          <a:ln w="24383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B1D3F271-CFE3-5E39-1B8E-7FE64B742D01}"/>
              </a:ext>
            </a:extLst>
          </p:cNvPr>
          <p:cNvSpPr/>
          <p:nvPr/>
        </p:nvSpPr>
        <p:spPr>
          <a:xfrm>
            <a:off x="653127" y="5373303"/>
            <a:ext cx="10937692" cy="575711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5C762164-333D-E74F-F18E-858B4EDDB4C4}"/>
              </a:ext>
            </a:extLst>
          </p:cNvPr>
          <p:cNvSpPr/>
          <p:nvPr/>
        </p:nvSpPr>
        <p:spPr>
          <a:xfrm>
            <a:off x="627001" y="5320966"/>
            <a:ext cx="10937692" cy="575711"/>
          </a:xfrm>
          <a:prstGeom prst="roundRect">
            <a:avLst/>
          </a:prstGeom>
          <a:solidFill>
            <a:srgbClr val="FFFDF8"/>
          </a:solidFill>
          <a:ln w="10450">
            <a:solidFill>
              <a:srgbClr val="DACF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7F2972-CF88-7752-3220-83545652A0F5}"/>
              </a:ext>
            </a:extLst>
          </p:cNvPr>
          <p:cNvSpPr txBox="1"/>
          <p:nvPr/>
        </p:nvSpPr>
        <p:spPr>
          <a:xfrm>
            <a:off x="905669" y="5486701"/>
            <a:ext cx="178521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224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2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466EC6D-EBD7-B8B8-856E-8E5FCFDC0FAF}"/>
              </a:ext>
            </a:extLst>
          </p:cNvPr>
          <p:cNvSpPr txBox="1"/>
          <p:nvPr/>
        </p:nvSpPr>
        <p:spPr>
          <a:xfrm>
            <a:off x="2542839" y="5486701"/>
            <a:ext cx="8098769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>
                <a:solidFill>
                  <a:srgbClr val="526071"/>
                </a:solidFill>
                <a:latin typeface="Aptos" panose="020B0004020202020204" pitchFamily="34" charset="0"/>
              </a:rPr>
              <a:t>one graph per slide; bounded text; centered icons; role-consistent straight or elbow connectors</a:t>
            </a:r>
            <a:endParaRPr lang="ko-KR" altLang="en-US" sz="1008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1512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</Words>
  <Application>Microsoft Office PowerPoint</Application>
  <PresentationFormat>사용자 지정</PresentationFormat>
  <Paragraphs>43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2026-06-20T16:22:18Z</dcterms:created>
  <dcterms:modified xsi:type="dcterms:W3CDTF">2026-06-20T16:22:18Z</dcterms:modified>
</cp:coreProperties>
</file>