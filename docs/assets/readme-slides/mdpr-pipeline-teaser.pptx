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6294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F8F56-4F1A-F2A6-00B5-232442BB1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4951"/>
            <a:ext cx="9144000" cy="2308013"/>
          </a:xfrm>
        </p:spPr>
        <p:txBody>
          <a:bodyPr anchor="b"/>
          <a:lstStyle>
            <a:lvl1pPr algn="ctr"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BC6058-C6BC-41FD-7DB7-EEDE639AF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81970"/>
            <a:ext cx="9144000" cy="1600570"/>
          </a:xfrm>
        </p:spPr>
        <p:txBody>
          <a:bodyPr/>
          <a:lstStyle>
            <a:lvl1pPr marL="0" indent="0" algn="ctr">
              <a:buNone/>
              <a:defRPr sz="2320"/>
            </a:lvl1pPr>
            <a:lvl2pPr marL="441975" indent="0" algn="ctr">
              <a:buNone/>
              <a:defRPr sz="1933"/>
            </a:lvl2pPr>
            <a:lvl3pPr marL="883950" indent="0" algn="ctr">
              <a:buNone/>
              <a:defRPr sz="1740"/>
            </a:lvl3pPr>
            <a:lvl4pPr marL="1325926" indent="0" algn="ctr">
              <a:buNone/>
              <a:defRPr sz="1547"/>
            </a:lvl4pPr>
            <a:lvl5pPr marL="1767901" indent="0" algn="ctr">
              <a:buNone/>
              <a:defRPr sz="1547"/>
            </a:lvl5pPr>
            <a:lvl6pPr marL="2209876" indent="0" algn="ctr">
              <a:buNone/>
              <a:defRPr sz="1547"/>
            </a:lvl6pPr>
            <a:lvl7pPr marL="2651851" indent="0" algn="ctr">
              <a:buNone/>
              <a:defRPr sz="1547"/>
            </a:lvl7pPr>
            <a:lvl8pPr marL="3093827" indent="0" algn="ctr">
              <a:buNone/>
              <a:defRPr sz="1547"/>
            </a:lvl8pPr>
            <a:lvl9pPr marL="3535802" indent="0" algn="ctr">
              <a:buNone/>
              <a:defRPr sz="1547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846A2-69A1-E13B-D102-B8E35F42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21DB2-8921-C433-E7B8-A29FF362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76F93-819A-58DF-2175-B630E8A9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49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83152-AB72-6807-D9FC-A5434BBC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988632-ADA5-9D0B-F78B-9FDCCFEC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CE907F-2837-087D-20BE-1E341CC7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CAE06-4BFB-2994-7A7C-A6AC750B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8527F-F203-2BC6-1379-BF7500E0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40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34057-442F-653C-563C-EA57ECF4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2747"/>
            <a:ext cx="10515600" cy="2757646"/>
          </a:xfrm>
        </p:spPr>
        <p:txBody>
          <a:bodyPr anchor="b"/>
          <a:lstStyle>
            <a:lvl1pPr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67322F-A786-2713-1E0F-C9B72976C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36481"/>
            <a:ext cx="10515600" cy="1450181"/>
          </a:xfrm>
        </p:spPr>
        <p:txBody>
          <a:bodyPr/>
          <a:lstStyle>
            <a:lvl1pPr marL="0" indent="0">
              <a:buNone/>
              <a:defRPr sz="2320">
                <a:solidFill>
                  <a:schemeClr val="tx1">
                    <a:tint val="82000"/>
                  </a:schemeClr>
                </a:solidFill>
              </a:defRPr>
            </a:lvl1pPr>
            <a:lvl2pPr marL="441975" indent="0">
              <a:buNone/>
              <a:defRPr sz="1933">
                <a:solidFill>
                  <a:schemeClr val="tx1">
                    <a:tint val="82000"/>
                  </a:schemeClr>
                </a:solidFill>
              </a:defRPr>
            </a:lvl2pPr>
            <a:lvl3pPr marL="88395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3pPr>
            <a:lvl4pPr marL="132592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4pPr>
            <a:lvl5pPr marL="176790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5pPr>
            <a:lvl6pPr marL="220987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6pPr>
            <a:lvl7pPr marL="265185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7pPr>
            <a:lvl8pPr marL="3093827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8pPr>
            <a:lvl9pPr marL="3535802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DA6EA-C31A-A918-EB11-66E9ACA0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DAA87E-CAF9-42FC-278C-BFCF11EA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7FB17-A4FA-74CB-3278-47DA5CF5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71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8B17A-ACFB-F772-2B50-8B82D21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E9B0CE-6BBD-9D3B-45A9-781F5F93D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BEEA62-3C09-4DDE-956C-90C8AAE3A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DEABED-50F9-B456-7CB6-2C263B45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BB4C35-C880-2D48-B203-EA11A37F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0E475-6EF3-B70E-BCE5-09366766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58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86229-03B0-78E0-B74B-14003F6C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52954"/>
            <a:ext cx="10515600" cy="12813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763DD0-BE52-21ED-383D-DD0F0414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25124"/>
            <a:ext cx="5157787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43D0B2-6003-9DA1-F4F3-813467B70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21573"/>
            <a:ext cx="5157787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85157E-A692-6859-354E-2D0AF779E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25124"/>
            <a:ext cx="5183188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CD9491-CF84-0925-8E8C-108F9D732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21573"/>
            <a:ext cx="5183188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578871-7C9E-19A4-9947-A1DA4065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02E796-6BFA-791A-4602-9BF9F6A2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2C71DB-B530-6F6C-A144-11DCB35E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50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1BDB0-C8E0-1887-9B86-415568B9B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106B9C-CB19-DBB2-F987-FB459D77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EBFE81-3A3F-933F-A57C-947860D0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FC8C05-8A87-E996-0318-E8BAC52C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39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663145-3C87-0B7C-EDC2-D26E03BB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7B0AA1-3959-96EA-7095-61E0FD04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FA9DA-E345-A1B5-44DA-456C95E0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48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1CE17-557E-7C6F-9410-5427C539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DB5C7-CD3B-8EDD-DE1C-954FD9755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>
              <a:defRPr sz="3093"/>
            </a:lvl1pPr>
            <a:lvl2pPr>
              <a:defRPr sz="2707"/>
            </a:lvl2pPr>
            <a:lvl3pPr>
              <a:defRPr sz="2320"/>
            </a:lvl3pPr>
            <a:lvl4pPr>
              <a:defRPr sz="1933"/>
            </a:lvl4pPr>
            <a:lvl5pPr>
              <a:defRPr sz="1933"/>
            </a:lvl5pPr>
            <a:lvl6pPr>
              <a:defRPr sz="1933"/>
            </a:lvl6pPr>
            <a:lvl7pPr>
              <a:defRPr sz="1933"/>
            </a:lvl7pPr>
            <a:lvl8pPr>
              <a:defRPr sz="1933"/>
            </a:lvl8pPr>
            <a:lvl9pPr>
              <a:defRPr sz="19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D2BE31-40B7-EAC0-BD76-C7DB9A261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AA949-8017-7B50-8BDA-AF849D51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DB742C-E660-4E19-FC96-71092B8E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9C3041-A685-2A19-075D-27B0B089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13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3BBBA-6754-A262-8C2B-459DAC130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DA0BE9-61C1-D592-B06C-5BEB7FCE0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 marL="0" indent="0">
              <a:buNone/>
              <a:defRPr sz="3093"/>
            </a:lvl1pPr>
            <a:lvl2pPr marL="441975" indent="0">
              <a:buNone/>
              <a:defRPr sz="2707"/>
            </a:lvl2pPr>
            <a:lvl3pPr marL="883950" indent="0">
              <a:buNone/>
              <a:defRPr sz="2320"/>
            </a:lvl3pPr>
            <a:lvl4pPr marL="1325926" indent="0">
              <a:buNone/>
              <a:defRPr sz="1933"/>
            </a:lvl4pPr>
            <a:lvl5pPr marL="1767901" indent="0">
              <a:buNone/>
              <a:defRPr sz="1933"/>
            </a:lvl5pPr>
            <a:lvl6pPr marL="2209876" indent="0">
              <a:buNone/>
              <a:defRPr sz="1933"/>
            </a:lvl6pPr>
            <a:lvl7pPr marL="2651851" indent="0">
              <a:buNone/>
              <a:defRPr sz="1933"/>
            </a:lvl7pPr>
            <a:lvl8pPr marL="3093827" indent="0">
              <a:buNone/>
              <a:defRPr sz="1933"/>
            </a:lvl8pPr>
            <a:lvl9pPr marL="3535802" indent="0">
              <a:buNone/>
              <a:defRPr sz="1933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4947E2-A8B4-97EB-7621-B7B1D07EA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3962C0-A298-8E3F-24F7-692B2DFB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BF42F4-3900-E808-FE62-81AA166B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C79FBC-22F7-3AA6-1F89-CDB2BCA8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78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F4112-04BA-D6EB-2CD4-BE08E4C60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BBCBDD-3819-29C7-3CE2-A1B600500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2E307A-EFE0-EFA5-6535-7DA41062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1B625-04D3-6148-802B-7296E771C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F6FA21-D1A5-EB10-DBA2-F14D8226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2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F49BB3-034B-B47C-EA6A-4DAB77ADF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52954"/>
            <a:ext cx="2628900" cy="561811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A046A3-0274-ED5F-935A-8F6C92B32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52954"/>
            <a:ext cx="7734300" cy="561811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7DC85-9FC9-B6D5-F425-10AE6D3A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E7C76-F6EC-882A-25A7-E13CB3AA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F025B-159D-A07D-86F3-AEF80C2E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41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819CAB-B37E-715D-9C09-50A0E3A8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954"/>
            <a:ext cx="10515600" cy="1281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9A95C-CF10-BA42-493D-59F5D6A3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4771"/>
            <a:ext cx="10515600" cy="4206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BF9A9A-C450-A1F1-2A87-FA3A3B2E9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0B7B1-677A-41FB-B453-90FAB63ECAC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FB9F4-796A-5E63-C8A9-C4F5C5335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4472"/>
            <a:ext cx="41148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1586C0-8C60-7056-E270-BEB127324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36FE2-5F7D-4CD9-9A15-7CE305A53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76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83950" rtl="0" eaLnBrk="1" latinLnBrk="1" hangingPunct="1">
        <a:lnSpc>
          <a:spcPct val="90000"/>
        </a:lnSpc>
        <a:spcBef>
          <a:spcPct val="0"/>
        </a:spcBef>
        <a:buNone/>
        <a:defRPr sz="42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88" indent="-220988" algn="l" defTabSz="883950" rtl="0" eaLnBrk="1" latinLnBrk="1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6296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38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3" kern="1200">
          <a:solidFill>
            <a:schemeClr val="tx1"/>
          </a:solidFill>
          <a:latin typeface="+mn-lt"/>
          <a:ea typeface="+mn-ea"/>
          <a:cs typeface="+mn-cs"/>
        </a:defRPr>
      </a:lvl3pPr>
      <a:lvl4pPr marL="154691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98888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3086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87283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1481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756790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1975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8395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2592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6790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0987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5185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093827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35802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86499B-E17B-DD8E-5DFF-4D26864BF62F}"/>
              </a:ext>
            </a:extLst>
          </p:cNvPr>
          <p:cNvSpPr/>
          <p:nvPr/>
        </p:nvSpPr>
        <p:spPr>
          <a:xfrm>
            <a:off x="0" y="0"/>
            <a:ext cx="12191695" cy="6629400"/>
          </a:xfrm>
          <a:prstGeom prst="rect">
            <a:avLst/>
          </a:prstGeom>
          <a:solidFill>
            <a:srgbClr val="F7F2EA"/>
          </a:solidFill>
          <a:ln w="10450">
            <a:solidFill>
              <a:srgbClr val="F7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CBAF6-F989-F9D4-B6CC-31D8AC1AA83B}"/>
              </a:ext>
            </a:extLst>
          </p:cNvPr>
          <p:cNvSpPr txBox="1"/>
          <p:nvPr/>
        </p:nvSpPr>
        <p:spPr>
          <a:xfrm>
            <a:off x="592168" y="314024"/>
            <a:ext cx="81858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736" b="1">
                <a:solidFill>
                  <a:srgbClr val="111827"/>
                </a:solidFill>
                <a:latin typeface="Aptos" panose="020B0004020202020204" pitchFamily="34" charset="0"/>
              </a:rPr>
              <a:t>MDPR Deterministic Presentation Pipeline</a:t>
            </a:r>
            <a:endParaRPr lang="ko-KR" altLang="en-US" sz="2736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ABBE3-98FA-2562-C37D-6FA2E0563040}"/>
              </a:ext>
            </a:extLst>
          </p:cNvPr>
          <p:cNvSpPr txBox="1"/>
          <p:nvPr/>
        </p:nvSpPr>
        <p:spPr>
          <a:xfrm>
            <a:off x="592168" y="767615"/>
            <a:ext cx="10624192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52">
                <a:solidFill>
                  <a:srgbClr val="64748B"/>
                </a:solidFill>
                <a:latin typeface="Aptos" panose="020B0004020202020204" pitchFamily="34" charset="0"/>
              </a:rPr>
              <a:t>Markdown becomes coherent PPTX/HTML/PDF through MDPR rules; mdpr-skill may add compact hints, but MDPR owns final layout.</a:t>
            </a:r>
            <a:endParaRPr lang="ko-KR" altLang="en-US" sz="1152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FD80F4-C8A0-0099-FA62-E32700A1D97A}"/>
              </a:ext>
            </a:extLst>
          </p:cNvPr>
          <p:cNvSpPr/>
          <p:nvPr/>
        </p:nvSpPr>
        <p:spPr>
          <a:xfrm>
            <a:off x="627001" y="1099085"/>
            <a:ext cx="10937692" cy="12212"/>
          </a:xfrm>
          <a:prstGeom prst="rect">
            <a:avLst/>
          </a:prstGeom>
          <a:solidFill>
            <a:srgbClr val="E7D8C7"/>
          </a:solidFill>
          <a:ln w="10450">
            <a:solidFill>
              <a:srgbClr val="E7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3BEF26-2CBB-A4A6-45BF-769127CDE8F5}"/>
              </a:ext>
            </a:extLst>
          </p:cNvPr>
          <p:cNvSpPr/>
          <p:nvPr/>
        </p:nvSpPr>
        <p:spPr>
          <a:xfrm>
            <a:off x="3152424" y="1099085"/>
            <a:ext cx="10450" cy="4291664"/>
          </a:xfrm>
          <a:prstGeom prst="rect">
            <a:avLst/>
          </a:prstGeom>
          <a:solidFill>
            <a:srgbClr val="E7D8C7"/>
          </a:solidFill>
          <a:ln w="10450">
            <a:solidFill>
              <a:srgbClr val="E7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6A4277-4C67-1339-5710-5DE4D72F6D44}"/>
              </a:ext>
            </a:extLst>
          </p:cNvPr>
          <p:cNvSpPr/>
          <p:nvPr/>
        </p:nvSpPr>
        <p:spPr>
          <a:xfrm>
            <a:off x="5677846" y="1099085"/>
            <a:ext cx="10451" cy="4291664"/>
          </a:xfrm>
          <a:prstGeom prst="rect">
            <a:avLst/>
          </a:prstGeom>
          <a:solidFill>
            <a:srgbClr val="E7D8C7"/>
          </a:solidFill>
          <a:ln w="10450">
            <a:solidFill>
              <a:srgbClr val="E7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BFE455-15A0-6D16-6C23-84022E06E56A}"/>
              </a:ext>
            </a:extLst>
          </p:cNvPr>
          <p:cNvSpPr/>
          <p:nvPr/>
        </p:nvSpPr>
        <p:spPr>
          <a:xfrm>
            <a:off x="9805606" y="1099085"/>
            <a:ext cx="10450" cy="4291664"/>
          </a:xfrm>
          <a:prstGeom prst="rect">
            <a:avLst/>
          </a:prstGeom>
          <a:solidFill>
            <a:srgbClr val="E7D8C7"/>
          </a:solidFill>
          <a:ln w="10450">
            <a:solidFill>
              <a:srgbClr val="E7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FA68D59-8C13-A353-3D3E-F330CA322DD0}"/>
              </a:ext>
            </a:extLst>
          </p:cNvPr>
          <p:cNvSpPr/>
          <p:nvPr/>
        </p:nvSpPr>
        <p:spPr>
          <a:xfrm>
            <a:off x="653127" y="1360772"/>
            <a:ext cx="2438339" cy="3663616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25D290E-FBEE-FC40-AA00-493E02593468}"/>
              </a:ext>
            </a:extLst>
          </p:cNvPr>
          <p:cNvSpPr/>
          <p:nvPr/>
        </p:nvSpPr>
        <p:spPr>
          <a:xfrm>
            <a:off x="627001" y="1308434"/>
            <a:ext cx="2438339" cy="3663616"/>
          </a:xfrm>
          <a:prstGeom prst="roundRect">
            <a:avLst/>
          </a:prstGeom>
          <a:solidFill>
            <a:srgbClr val="EEF4EF"/>
          </a:solidFill>
          <a:ln w="13063">
            <a:solidFill>
              <a:srgbClr val="C8D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C7D34-535E-9C36-BB98-555CC7B22FEE}"/>
              </a:ext>
            </a:extLst>
          </p:cNvPr>
          <p:cNvSpPr txBox="1"/>
          <p:nvPr/>
        </p:nvSpPr>
        <p:spPr>
          <a:xfrm>
            <a:off x="836002" y="1526507"/>
            <a:ext cx="202033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40" b="1">
                <a:solidFill>
                  <a:srgbClr val="334155"/>
                </a:solidFill>
                <a:latin typeface="Aptos" panose="020B0004020202020204" pitchFamily="34" charset="0"/>
              </a:rPr>
              <a:t>1. Content Contract</a:t>
            </a:r>
            <a:endParaRPr lang="ko-KR" altLang="en-US" sz="1440" b="1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9DD678-D8CC-3007-CBE7-C603465222CB}"/>
              </a:ext>
            </a:extLst>
          </p:cNvPr>
          <p:cNvSpPr txBox="1"/>
          <p:nvPr/>
        </p:nvSpPr>
        <p:spPr>
          <a:xfrm>
            <a:off x="836002" y="1849254"/>
            <a:ext cx="202033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52">
                <a:solidFill>
                  <a:srgbClr val="64748B"/>
                </a:solidFill>
                <a:latin typeface="Aptos" panose="020B0004020202020204" pitchFamily="34" charset="0"/>
              </a:rPr>
              <a:t>semantic structure only</a:t>
            </a:r>
            <a:endParaRPr lang="ko-KR" altLang="en-US" sz="1152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D230D6-0495-CF4D-8052-27382547F8DF}"/>
              </a:ext>
            </a:extLst>
          </p:cNvPr>
          <p:cNvSpPr/>
          <p:nvPr/>
        </p:nvSpPr>
        <p:spPr>
          <a:xfrm>
            <a:off x="3352716" y="1360772"/>
            <a:ext cx="2264172" cy="3663616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58EBA79-4AAA-6282-8FE5-A029A97BA9DE}"/>
              </a:ext>
            </a:extLst>
          </p:cNvPr>
          <p:cNvSpPr/>
          <p:nvPr/>
        </p:nvSpPr>
        <p:spPr>
          <a:xfrm>
            <a:off x="3326591" y="1308434"/>
            <a:ext cx="2264172" cy="3663616"/>
          </a:xfrm>
          <a:prstGeom prst="roundRect">
            <a:avLst/>
          </a:prstGeom>
          <a:solidFill>
            <a:srgbClr val="FFF3DE"/>
          </a:solidFill>
          <a:ln w="13063">
            <a:solidFill>
              <a:srgbClr val="E4BF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7BD17-C733-88D7-AF0C-1CAD17C73134}"/>
              </a:ext>
            </a:extLst>
          </p:cNvPr>
          <p:cNvSpPr txBox="1"/>
          <p:nvPr/>
        </p:nvSpPr>
        <p:spPr>
          <a:xfrm>
            <a:off x="3535592" y="1526507"/>
            <a:ext cx="1846171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40" b="1">
                <a:solidFill>
                  <a:srgbClr val="8B4E16"/>
                </a:solidFill>
                <a:latin typeface="Aptos" panose="020B0004020202020204" pitchFamily="34" charset="0"/>
              </a:rPr>
              <a:t>2. Agent Hints</a:t>
            </a:r>
            <a:endParaRPr lang="ko-KR" altLang="en-US" sz="1440" b="1">
              <a:solidFill>
                <a:srgbClr val="8B4E16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5C0756-37BE-7B09-C2F6-57BA947CF332}"/>
              </a:ext>
            </a:extLst>
          </p:cNvPr>
          <p:cNvSpPr txBox="1"/>
          <p:nvPr/>
        </p:nvSpPr>
        <p:spPr>
          <a:xfrm>
            <a:off x="3535592" y="1849254"/>
            <a:ext cx="1846171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52">
                <a:solidFill>
                  <a:srgbClr val="64748B"/>
                </a:solidFill>
                <a:latin typeface="Aptos" panose="020B0004020202020204" pitchFamily="34" charset="0"/>
              </a:rPr>
              <a:t>small optional tags</a:t>
            </a:r>
            <a:endParaRPr lang="ko-KR" altLang="en-US" sz="1152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16907A4-CBA6-5EB5-497A-8CC3DAA45947}"/>
              </a:ext>
            </a:extLst>
          </p:cNvPr>
          <p:cNvSpPr/>
          <p:nvPr/>
        </p:nvSpPr>
        <p:spPr>
          <a:xfrm>
            <a:off x="5878139" y="1360772"/>
            <a:ext cx="3744591" cy="3663616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EC3BF48-1F3F-4CD8-3EFB-051CF93DFA61}"/>
              </a:ext>
            </a:extLst>
          </p:cNvPr>
          <p:cNvSpPr/>
          <p:nvPr/>
        </p:nvSpPr>
        <p:spPr>
          <a:xfrm>
            <a:off x="5852014" y="1308434"/>
            <a:ext cx="3744592" cy="3663616"/>
          </a:xfrm>
          <a:prstGeom prst="roundRect">
            <a:avLst/>
          </a:prstGeom>
          <a:solidFill>
            <a:srgbClr val="EAF7F3"/>
          </a:solidFill>
          <a:ln w="13063">
            <a:solidFill>
              <a:srgbClr val="7CC7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F6D7B7-2AD1-90DA-BF0E-D1E89C70D7AF}"/>
              </a:ext>
            </a:extLst>
          </p:cNvPr>
          <p:cNvSpPr txBox="1"/>
          <p:nvPr/>
        </p:nvSpPr>
        <p:spPr>
          <a:xfrm>
            <a:off x="6061014" y="1526507"/>
            <a:ext cx="3326591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40" b="1">
                <a:solidFill>
                  <a:srgbClr val="115E59"/>
                </a:solidFill>
                <a:latin typeface="Aptos" panose="020B0004020202020204" pitchFamily="34" charset="0"/>
              </a:rPr>
              <a:t>3. MDPR Design Rules</a:t>
            </a:r>
            <a:endParaRPr lang="ko-KR" altLang="en-US" sz="1440" b="1">
              <a:solidFill>
                <a:srgbClr val="115E59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831608-E5AA-749E-12DF-92B1F65F293A}"/>
              </a:ext>
            </a:extLst>
          </p:cNvPr>
          <p:cNvSpPr txBox="1"/>
          <p:nvPr/>
        </p:nvSpPr>
        <p:spPr>
          <a:xfrm>
            <a:off x="6061014" y="1849254"/>
            <a:ext cx="3326591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52">
                <a:solidFill>
                  <a:srgbClr val="64748B"/>
                </a:solidFill>
                <a:latin typeface="Aptos" panose="020B0004020202020204" pitchFamily="34" charset="0"/>
              </a:rPr>
              <a:t>final visual choices</a:t>
            </a:r>
            <a:endParaRPr lang="ko-KR" altLang="en-US" sz="1152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7374211-FEEC-94E3-315B-88D5B105527E}"/>
              </a:ext>
            </a:extLst>
          </p:cNvPr>
          <p:cNvSpPr/>
          <p:nvPr/>
        </p:nvSpPr>
        <p:spPr>
          <a:xfrm>
            <a:off x="9953648" y="1360772"/>
            <a:ext cx="1828755" cy="3663616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4D32F66-D6E0-8AE5-1B1D-697F3B67E78E}"/>
              </a:ext>
            </a:extLst>
          </p:cNvPr>
          <p:cNvSpPr/>
          <p:nvPr/>
        </p:nvSpPr>
        <p:spPr>
          <a:xfrm>
            <a:off x="9927523" y="1308434"/>
            <a:ext cx="1828755" cy="3663616"/>
          </a:xfrm>
          <a:prstGeom prst="roundRect">
            <a:avLst/>
          </a:prstGeom>
          <a:solidFill>
            <a:srgbClr val="F1F0FA"/>
          </a:solidFill>
          <a:ln w="13063">
            <a:solidFill>
              <a:srgbClr val="B8B5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CFEFC-9AC5-AC40-3FFD-A8F29CBB8A12}"/>
              </a:ext>
            </a:extLst>
          </p:cNvPr>
          <p:cNvSpPr txBox="1"/>
          <p:nvPr/>
        </p:nvSpPr>
        <p:spPr>
          <a:xfrm>
            <a:off x="10136524" y="1526507"/>
            <a:ext cx="141075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40" b="1">
                <a:solidFill>
                  <a:srgbClr val="4338CA"/>
                </a:solidFill>
                <a:latin typeface="Aptos" panose="020B0004020202020204" pitchFamily="34" charset="0"/>
              </a:rPr>
              <a:t>4. Outputs</a:t>
            </a:r>
            <a:endParaRPr lang="ko-KR" altLang="en-US" sz="1440" b="1">
              <a:solidFill>
                <a:srgbClr val="4338CA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E2AD27-65AE-857E-BEE5-0D3CA2206B73}"/>
              </a:ext>
            </a:extLst>
          </p:cNvPr>
          <p:cNvSpPr txBox="1"/>
          <p:nvPr/>
        </p:nvSpPr>
        <p:spPr>
          <a:xfrm>
            <a:off x="10136524" y="1849254"/>
            <a:ext cx="141075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52">
                <a:solidFill>
                  <a:srgbClr val="64748B"/>
                </a:solidFill>
                <a:latin typeface="Aptos" panose="020B0004020202020204" pitchFamily="34" charset="0"/>
              </a:rPr>
              <a:t>PPTX, HTML, PDF</a:t>
            </a:r>
            <a:endParaRPr lang="ko-KR" altLang="en-US" sz="1152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C3F3631-F691-426F-AA70-F8875FCB72FA}"/>
              </a:ext>
            </a:extLst>
          </p:cNvPr>
          <p:cNvSpPr/>
          <p:nvPr/>
        </p:nvSpPr>
        <p:spPr>
          <a:xfrm>
            <a:off x="1523962" y="2189447"/>
            <a:ext cx="696668" cy="296578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9C2EF00-DB2F-DC58-36A8-B17AFFD5257A}"/>
              </a:ext>
            </a:extLst>
          </p:cNvPr>
          <p:cNvSpPr/>
          <p:nvPr/>
        </p:nvSpPr>
        <p:spPr>
          <a:xfrm>
            <a:off x="1497837" y="2137109"/>
            <a:ext cx="696668" cy="296579"/>
          </a:xfrm>
          <a:prstGeom prst="roundRect">
            <a:avLst/>
          </a:prstGeom>
          <a:solidFill>
            <a:srgbClr val="EEF4EF"/>
          </a:solidFill>
          <a:ln w="9579">
            <a:solidFill>
              <a:srgbClr val="C8D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1B611B-8BEC-8B4F-0970-3CE5D9220082}"/>
              </a:ext>
            </a:extLst>
          </p:cNvPr>
          <p:cNvSpPr txBox="1"/>
          <p:nvPr/>
        </p:nvSpPr>
        <p:spPr>
          <a:xfrm>
            <a:off x="1497837" y="2137109"/>
            <a:ext cx="6966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 b="1">
                <a:solidFill>
                  <a:srgbClr val="334155"/>
                </a:solidFill>
                <a:latin typeface="Aptos" panose="020B0004020202020204" pitchFamily="34" charset="0"/>
              </a:rPr>
              <a:t>source</a:t>
            </a:r>
            <a:endParaRPr lang="ko-KR" altLang="en-US" sz="940" b="1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1F74EB4-302A-C7B9-AD31-4606EAC14318}"/>
              </a:ext>
            </a:extLst>
          </p:cNvPr>
          <p:cNvSpPr/>
          <p:nvPr/>
        </p:nvSpPr>
        <p:spPr>
          <a:xfrm>
            <a:off x="914377" y="2738989"/>
            <a:ext cx="1915838" cy="976964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FDCE34D-AA65-A43C-7E00-15030873600E}"/>
              </a:ext>
            </a:extLst>
          </p:cNvPr>
          <p:cNvSpPr/>
          <p:nvPr/>
        </p:nvSpPr>
        <p:spPr>
          <a:xfrm>
            <a:off x="888252" y="2686652"/>
            <a:ext cx="1915838" cy="976964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DAC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EEF364A-3D17-1EC6-5FA6-052D42C1CF57}"/>
              </a:ext>
            </a:extLst>
          </p:cNvPr>
          <p:cNvSpPr/>
          <p:nvPr/>
        </p:nvSpPr>
        <p:spPr>
          <a:xfrm>
            <a:off x="1071128" y="2896001"/>
            <a:ext cx="191583" cy="191904"/>
          </a:xfrm>
          <a:prstGeom prst="ellipse">
            <a:avLst/>
          </a:prstGeom>
          <a:solidFill>
            <a:srgbClr val="86A789"/>
          </a:solidFill>
          <a:ln w="8708">
            <a:solidFill>
              <a:srgbClr val="86A7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E9040C-D3D6-6A32-0548-E534849F5459}"/>
              </a:ext>
            </a:extLst>
          </p:cNvPr>
          <p:cNvSpPr txBox="1"/>
          <p:nvPr/>
        </p:nvSpPr>
        <p:spPr>
          <a:xfrm>
            <a:off x="1393337" y="2869832"/>
            <a:ext cx="125400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Markdown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E691DB-5CF0-A63C-F42A-EFD8C2D8A773}"/>
              </a:ext>
            </a:extLst>
          </p:cNvPr>
          <p:cNvSpPr txBox="1"/>
          <p:nvPr/>
        </p:nvSpPr>
        <p:spPr>
          <a:xfrm>
            <a:off x="1201753" y="3157688"/>
            <a:ext cx="142817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headings + tables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8CB4E7-2851-BDB0-6DC0-617F197AEB28}"/>
              </a:ext>
            </a:extLst>
          </p:cNvPr>
          <p:cNvSpPr txBox="1"/>
          <p:nvPr/>
        </p:nvSpPr>
        <p:spPr>
          <a:xfrm>
            <a:off x="1201753" y="3314700"/>
            <a:ext cx="142817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charts + images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204C2E-3892-20BA-1DDE-73795388AC9D}"/>
              </a:ext>
            </a:extLst>
          </p:cNvPr>
          <p:cNvSpPr/>
          <p:nvPr/>
        </p:nvSpPr>
        <p:spPr>
          <a:xfrm>
            <a:off x="914377" y="3995086"/>
            <a:ext cx="1915838" cy="976964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FC5F13E-6988-5BF0-4E41-D64BB16D13A4}"/>
              </a:ext>
            </a:extLst>
          </p:cNvPr>
          <p:cNvSpPr/>
          <p:nvPr/>
        </p:nvSpPr>
        <p:spPr>
          <a:xfrm>
            <a:off x="888252" y="3942748"/>
            <a:ext cx="1915838" cy="976965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DAC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655EDF6-08CB-40C1-6103-F7E4B8293559}"/>
              </a:ext>
            </a:extLst>
          </p:cNvPr>
          <p:cNvSpPr/>
          <p:nvPr/>
        </p:nvSpPr>
        <p:spPr>
          <a:xfrm>
            <a:off x="1071128" y="4152098"/>
            <a:ext cx="191583" cy="191904"/>
          </a:xfrm>
          <a:prstGeom prst="ellipse">
            <a:avLst/>
          </a:prstGeom>
          <a:solidFill>
            <a:srgbClr val="86A789"/>
          </a:solidFill>
          <a:ln w="8708">
            <a:solidFill>
              <a:srgbClr val="86A7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53A1E4-348A-DCD5-1530-E20EAB311EC1}"/>
              </a:ext>
            </a:extLst>
          </p:cNvPr>
          <p:cNvSpPr txBox="1"/>
          <p:nvPr/>
        </p:nvSpPr>
        <p:spPr>
          <a:xfrm>
            <a:off x="1393337" y="4125929"/>
            <a:ext cx="125400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MDPR Splitter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779AB8-1D7E-7961-16D9-DBA092DA880D}"/>
              </a:ext>
            </a:extLst>
          </p:cNvPr>
          <p:cNvSpPr txBox="1"/>
          <p:nvPr/>
        </p:nvSpPr>
        <p:spPr>
          <a:xfrm>
            <a:off x="1201753" y="4413785"/>
            <a:ext cx="142817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Pandoc/simple AST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7F17EC-7561-A140-E70D-A68BB6C5CDB5}"/>
              </a:ext>
            </a:extLst>
          </p:cNvPr>
          <p:cNvSpPr txBox="1"/>
          <p:nvPr/>
        </p:nvSpPr>
        <p:spPr>
          <a:xfrm>
            <a:off x="1201753" y="4570797"/>
            <a:ext cx="142817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slide/object split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814C7AF-772B-C04B-91F3-E034749F91E7}"/>
              </a:ext>
            </a:extLst>
          </p:cNvPr>
          <p:cNvCxnSpPr/>
          <p:nvPr/>
        </p:nvCxnSpPr>
        <p:spPr>
          <a:xfrm>
            <a:off x="1846171" y="2433688"/>
            <a:ext cx="0" cy="235518"/>
          </a:xfrm>
          <a:prstGeom prst="line">
            <a:avLst/>
          </a:prstGeom>
          <a:ln w="34833">
            <a:solidFill>
              <a:srgbClr val="11182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763755B-E6B6-47F5-8AB9-E05AC95B03D3}"/>
              </a:ext>
            </a:extLst>
          </p:cNvPr>
          <p:cNvCxnSpPr/>
          <p:nvPr/>
        </p:nvCxnSpPr>
        <p:spPr>
          <a:xfrm>
            <a:off x="1846171" y="3663616"/>
            <a:ext cx="0" cy="261687"/>
          </a:xfrm>
          <a:prstGeom prst="line">
            <a:avLst/>
          </a:prstGeom>
          <a:ln w="29608">
            <a:solidFill>
              <a:srgbClr val="47556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0F0C537-84CA-87A4-1C22-05C255A15293}"/>
              </a:ext>
            </a:extLst>
          </p:cNvPr>
          <p:cNvSpPr/>
          <p:nvPr/>
        </p:nvSpPr>
        <p:spPr>
          <a:xfrm>
            <a:off x="3613967" y="2180724"/>
            <a:ext cx="1785212" cy="959518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AD5D2F5-FB11-E4FB-8690-C3E01BCA2FC8}"/>
              </a:ext>
            </a:extLst>
          </p:cNvPr>
          <p:cNvSpPr/>
          <p:nvPr/>
        </p:nvSpPr>
        <p:spPr>
          <a:xfrm>
            <a:off x="3587842" y="2128386"/>
            <a:ext cx="1785212" cy="959519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E4BF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2C6D0E0-C273-8BA3-45AC-6652543DB188}"/>
              </a:ext>
            </a:extLst>
          </p:cNvPr>
          <p:cNvSpPr/>
          <p:nvPr/>
        </p:nvSpPr>
        <p:spPr>
          <a:xfrm>
            <a:off x="3770717" y="2337736"/>
            <a:ext cx="191584" cy="191903"/>
          </a:xfrm>
          <a:prstGeom prst="ellipse">
            <a:avLst/>
          </a:prstGeom>
          <a:solidFill>
            <a:srgbClr val="E9B44C"/>
          </a:solidFill>
          <a:ln w="8708">
            <a:solidFill>
              <a:srgbClr val="E9B4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B94A04-1DF3-8932-8D8C-A79C6E8883B2}"/>
              </a:ext>
            </a:extLst>
          </p:cNvPr>
          <p:cNvSpPr txBox="1"/>
          <p:nvPr/>
        </p:nvSpPr>
        <p:spPr>
          <a:xfrm>
            <a:off x="4092926" y="2311567"/>
            <a:ext cx="112337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Slide Element IR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8D04A9-2D46-744E-CE73-30BF479C653D}"/>
              </a:ext>
            </a:extLst>
          </p:cNvPr>
          <p:cNvSpPr txBox="1"/>
          <p:nvPr/>
        </p:nvSpPr>
        <p:spPr>
          <a:xfrm>
            <a:off x="3901342" y="2599423"/>
            <a:ext cx="1297545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semantic blocks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92494C-3F9A-FED2-F596-6810366966B7}"/>
              </a:ext>
            </a:extLst>
          </p:cNvPr>
          <p:cNvSpPr txBox="1"/>
          <p:nvPr/>
        </p:nvSpPr>
        <p:spPr>
          <a:xfrm>
            <a:off x="3901342" y="2756435"/>
            <a:ext cx="1297545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whole graph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ABF1F71-1706-CCB5-8C4E-D6A428D7F9D6}"/>
              </a:ext>
            </a:extLst>
          </p:cNvPr>
          <p:cNvSpPr/>
          <p:nvPr/>
        </p:nvSpPr>
        <p:spPr>
          <a:xfrm>
            <a:off x="3613967" y="3628724"/>
            <a:ext cx="1785212" cy="1081639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6E173A5-A88F-EA79-DE80-E000C4C1B652}"/>
              </a:ext>
            </a:extLst>
          </p:cNvPr>
          <p:cNvSpPr/>
          <p:nvPr/>
        </p:nvSpPr>
        <p:spPr>
          <a:xfrm>
            <a:off x="3587842" y="3576387"/>
            <a:ext cx="1785212" cy="1081639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E4BF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4673877-C048-D090-386A-38FFAD3FEED6}"/>
              </a:ext>
            </a:extLst>
          </p:cNvPr>
          <p:cNvSpPr/>
          <p:nvPr/>
        </p:nvSpPr>
        <p:spPr>
          <a:xfrm>
            <a:off x="3770717" y="3785736"/>
            <a:ext cx="191584" cy="191904"/>
          </a:xfrm>
          <a:prstGeom prst="ellipse">
            <a:avLst/>
          </a:prstGeom>
          <a:solidFill>
            <a:srgbClr val="E9B44C"/>
          </a:solidFill>
          <a:ln w="8708">
            <a:solidFill>
              <a:srgbClr val="E9B4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3A3FD4-72B9-B7C4-0E6E-A6B4595DFC51}"/>
              </a:ext>
            </a:extLst>
          </p:cNvPr>
          <p:cNvSpPr txBox="1"/>
          <p:nvPr/>
        </p:nvSpPr>
        <p:spPr>
          <a:xfrm>
            <a:off x="4092926" y="3759568"/>
            <a:ext cx="112337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80" b="1">
                <a:solidFill>
                  <a:srgbClr val="111827"/>
                </a:solidFill>
                <a:latin typeface="Aptos" panose="020B0004020202020204" pitchFamily="34" charset="0"/>
              </a:rPr>
              <a:t>Hint Packet</a:t>
            </a:r>
            <a:endParaRPr lang="ko-KR" altLang="en-US" sz="10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4507F6C-536A-1EAE-EA44-7E930D7F5FC4}"/>
              </a:ext>
            </a:extLst>
          </p:cNvPr>
          <p:cNvSpPr/>
          <p:nvPr/>
        </p:nvSpPr>
        <p:spPr>
          <a:xfrm>
            <a:off x="3901342" y="4204435"/>
            <a:ext cx="1149503" cy="296579"/>
          </a:xfrm>
          <a:prstGeom prst="roundRect">
            <a:avLst/>
          </a:prstGeom>
          <a:solidFill>
            <a:srgbClr val="FFF7E6"/>
          </a:solidFill>
          <a:ln w="9579">
            <a:solidFill>
              <a:srgbClr val="E9B4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B4BEA2-5176-3C50-5627-1D92009FF88B}"/>
              </a:ext>
            </a:extLst>
          </p:cNvPr>
          <p:cNvSpPr txBox="1"/>
          <p:nvPr/>
        </p:nvSpPr>
        <p:spPr>
          <a:xfrm>
            <a:off x="3901342" y="4204435"/>
            <a:ext cx="114950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 b="1">
                <a:solidFill>
                  <a:srgbClr val="7C3D12"/>
                </a:solidFill>
                <a:latin typeface="Aptos" panose="020B0004020202020204" pitchFamily="34" charset="0"/>
              </a:rPr>
              <a:t>hints only</a:t>
            </a:r>
            <a:endParaRPr lang="ko-KR" altLang="en-US" sz="940" b="1">
              <a:solidFill>
                <a:srgbClr val="7C3D12"/>
              </a:solidFill>
              <a:latin typeface="Aptos" panose="020B0004020202020204" pitchFamily="34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596B58A-63C0-1A5D-2930-0A158CDE55FC}"/>
              </a:ext>
            </a:extLst>
          </p:cNvPr>
          <p:cNvCxnSpPr/>
          <p:nvPr/>
        </p:nvCxnSpPr>
        <p:spPr>
          <a:xfrm>
            <a:off x="2804090" y="4361447"/>
            <a:ext cx="348334" cy="0"/>
          </a:xfrm>
          <a:prstGeom prst="line">
            <a:avLst/>
          </a:prstGeom>
          <a:ln w="29608">
            <a:solidFill>
              <a:srgbClr val="475569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071CDAC-D8FB-0D62-83F1-F93C08D3226E}"/>
              </a:ext>
            </a:extLst>
          </p:cNvPr>
          <p:cNvCxnSpPr/>
          <p:nvPr/>
        </p:nvCxnSpPr>
        <p:spPr>
          <a:xfrm flipV="1">
            <a:off x="3152424" y="2581977"/>
            <a:ext cx="0" cy="1779470"/>
          </a:xfrm>
          <a:prstGeom prst="line">
            <a:avLst/>
          </a:prstGeom>
          <a:ln w="29608">
            <a:solidFill>
              <a:srgbClr val="475569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A137D47-6A8F-2973-88F5-213F078E2704}"/>
              </a:ext>
            </a:extLst>
          </p:cNvPr>
          <p:cNvCxnSpPr/>
          <p:nvPr/>
        </p:nvCxnSpPr>
        <p:spPr>
          <a:xfrm>
            <a:off x="3152424" y="2581977"/>
            <a:ext cx="418001" cy="0"/>
          </a:xfrm>
          <a:prstGeom prst="line">
            <a:avLst/>
          </a:prstGeom>
          <a:ln w="29608">
            <a:solidFill>
              <a:srgbClr val="47556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62BF468-3412-C3C2-146F-A88E030797BB}"/>
              </a:ext>
            </a:extLst>
          </p:cNvPr>
          <p:cNvCxnSpPr/>
          <p:nvPr/>
        </p:nvCxnSpPr>
        <p:spPr>
          <a:xfrm>
            <a:off x="4476094" y="3035567"/>
            <a:ext cx="0" cy="523374"/>
          </a:xfrm>
          <a:prstGeom prst="line">
            <a:avLst/>
          </a:prstGeom>
          <a:ln w="24383">
            <a:solidFill>
              <a:srgbClr val="A8552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FA6C583-9DF5-AA6B-905D-6850B389A525}"/>
              </a:ext>
            </a:extLst>
          </p:cNvPr>
          <p:cNvSpPr/>
          <p:nvPr/>
        </p:nvSpPr>
        <p:spPr>
          <a:xfrm>
            <a:off x="6252598" y="2250507"/>
            <a:ext cx="2995673" cy="680386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7910EEB-14F6-FF48-07AF-1532804E8401}"/>
              </a:ext>
            </a:extLst>
          </p:cNvPr>
          <p:cNvSpPr/>
          <p:nvPr/>
        </p:nvSpPr>
        <p:spPr>
          <a:xfrm>
            <a:off x="6226473" y="2198170"/>
            <a:ext cx="2995674" cy="680385"/>
          </a:xfrm>
          <a:prstGeom prst="roundRect">
            <a:avLst/>
          </a:prstGeom>
          <a:solidFill>
            <a:srgbClr val="DCFCE7"/>
          </a:solidFill>
          <a:ln w="13063">
            <a:solidFill>
              <a:srgbClr val="7CC7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631C49-54BD-D744-261B-470E66B2426F}"/>
              </a:ext>
            </a:extLst>
          </p:cNvPr>
          <p:cNvSpPr txBox="1"/>
          <p:nvPr/>
        </p:nvSpPr>
        <p:spPr>
          <a:xfrm>
            <a:off x="6487723" y="2355182"/>
            <a:ext cx="25254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24" b="1">
                <a:solidFill>
                  <a:srgbClr val="14532D"/>
                </a:solidFill>
                <a:latin typeface="Aptos" panose="020B0004020202020204" pitchFamily="34" charset="0"/>
              </a:rPr>
              <a:t>Rule Engine Boundary</a:t>
            </a:r>
            <a:endParaRPr lang="ko-KR" altLang="en-US" sz="1224" b="1">
              <a:solidFill>
                <a:srgbClr val="14532D"/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04D2B5-3717-D6F9-D791-4B2A1E8985BD}"/>
              </a:ext>
            </a:extLst>
          </p:cNvPr>
          <p:cNvSpPr txBox="1"/>
          <p:nvPr/>
        </p:nvSpPr>
        <p:spPr>
          <a:xfrm>
            <a:off x="6487723" y="2634314"/>
            <a:ext cx="25254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166534"/>
                </a:solidFill>
                <a:latin typeface="Aptos" panose="020B0004020202020204" pitchFamily="34" charset="0"/>
              </a:rPr>
              <a:t>recipes, colors, z-order</a:t>
            </a:r>
            <a:endParaRPr lang="ko-KR" altLang="en-US" sz="940">
              <a:solidFill>
                <a:srgbClr val="166534"/>
              </a:solidFill>
              <a:latin typeface="Aptos" panose="020B0004020202020204" pitchFamily="34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616E4AB-A752-B8D7-FC70-F433325FC536}"/>
              </a:ext>
            </a:extLst>
          </p:cNvPr>
          <p:cNvCxnSpPr/>
          <p:nvPr/>
        </p:nvCxnSpPr>
        <p:spPr>
          <a:xfrm>
            <a:off x="5373054" y="2581977"/>
            <a:ext cx="827294" cy="0"/>
          </a:xfrm>
          <a:prstGeom prst="line">
            <a:avLst/>
          </a:prstGeom>
          <a:ln w="40058">
            <a:solidFill>
              <a:srgbClr val="11182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DDBE362-9A26-59C6-CAC7-EA5B5C0D7FE2}"/>
              </a:ext>
            </a:extLst>
          </p:cNvPr>
          <p:cNvSpPr/>
          <p:nvPr/>
        </p:nvSpPr>
        <p:spPr>
          <a:xfrm>
            <a:off x="6121973" y="3192580"/>
            <a:ext cx="975336" cy="767614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7DDFAA5-4F15-1090-3B53-8D388365C0FA}"/>
              </a:ext>
            </a:extLst>
          </p:cNvPr>
          <p:cNvSpPr/>
          <p:nvPr/>
        </p:nvSpPr>
        <p:spPr>
          <a:xfrm>
            <a:off x="6095848" y="3140242"/>
            <a:ext cx="975335" cy="767615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4E8B4F7-3038-B6A1-F137-B4D75C794384}"/>
              </a:ext>
            </a:extLst>
          </p:cNvPr>
          <p:cNvSpPr/>
          <p:nvPr/>
        </p:nvSpPr>
        <p:spPr>
          <a:xfrm>
            <a:off x="6243889" y="3349592"/>
            <a:ext cx="191584" cy="191903"/>
          </a:xfrm>
          <a:prstGeom prst="ellipse">
            <a:avLst/>
          </a:prstGeom>
          <a:solidFill>
            <a:srgbClr val="14B8A6"/>
          </a:solidFill>
          <a:ln w="870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55B1FC-36E3-2CA2-95FF-1FAF4ACB00A0}"/>
              </a:ext>
            </a:extLst>
          </p:cNvPr>
          <p:cNvSpPr txBox="1"/>
          <p:nvPr/>
        </p:nvSpPr>
        <p:spPr>
          <a:xfrm>
            <a:off x="6487723" y="3323423"/>
            <a:ext cx="53991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Feature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3A17F8-8D98-F8F1-8BAD-DF8610F7C1B3}"/>
              </a:ext>
            </a:extLst>
          </p:cNvPr>
          <p:cNvSpPr txBox="1"/>
          <p:nvPr/>
        </p:nvSpPr>
        <p:spPr>
          <a:xfrm>
            <a:off x="6304848" y="3620001"/>
            <a:ext cx="5921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density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B320B3C-78D9-1384-59CE-1ABA9BA384C7}"/>
              </a:ext>
            </a:extLst>
          </p:cNvPr>
          <p:cNvSpPr/>
          <p:nvPr/>
        </p:nvSpPr>
        <p:spPr>
          <a:xfrm>
            <a:off x="7280184" y="3192580"/>
            <a:ext cx="975335" cy="767614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06E5408-6524-B09E-03B1-EB0AA9461C46}"/>
              </a:ext>
            </a:extLst>
          </p:cNvPr>
          <p:cNvSpPr/>
          <p:nvPr/>
        </p:nvSpPr>
        <p:spPr>
          <a:xfrm>
            <a:off x="7254059" y="3140242"/>
            <a:ext cx="975336" cy="767615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0777159B-47C8-E1C8-5D0A-31A0F9C8C455}"/>
              </a:ext>
            </a:extLst>
          </p:cNvPr>
          <p:cNvSpPr/>
          <p:nvPr/>
        </p:nvSpPr>
        <p:spPr>
          <a:xfrm>
            <a:off x="7402101" y="3349592"/>
            <a:ext cx="191584" cy="191903"/>
          </a:xfrm>
          <a:prstGeom prst="ellipse">
            <a:avLst/>
          </a:prstGeom>
          <a:solidFill>
            <a:srgbClr val="14B8A6"/>
          </a:solidFill>
          <a:ln w="870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495C44-1F8C-0EE0-ED0C-B48D823D6D08}"/>
              </a:ext>
            </a:extLst>
          </p:cNvPr>
          <p:cNvSpPr txBox="1"/>
          <p:nvPr/>
        </p:nvSpPr>
        <p:spPr>
          <a:xfrm>
            <a:off x="7645935" y="3323423"/>
            <a:ext cx="53991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Recipe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266F20-BD7B-48CE-3E41-9C25AF64ABF4}"/>
              </a:ext>
            </a:extLst>
          </p:cNvPr>
          <p:cNvSpPr txBox="1"/>
          <p:nvPr/>
        </p:nvSpPr>
        <p:spPr>
          <a:xfrm>
            <a:off x="7463059" y="3620001"/>
            <a:ext cx="5921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variant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D3B3C6B-63F2-B341-F8D0-68D18C787D98}"/>
              </a:ext>
            </a:extLst>
          </p:cNvPr>
          <p:cNvSpPr/>
          <p:nvPr/>
        </p:nvSpPr>
        <p:spPr>
          <a:xfrm>
            <a:off x="8438395" y="3192580"/>
            <a:ext cx="975336" cy="767614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4CE0093-2ECD-245E-D101-5DF03A43E2A0}"/>
              </a:ext>
            </a:extLst>
          </p:cNvPr>
          <p:cNvSpPr/>
          <p:nvPr/>
        </p:nvSpPr>
        <p:spPr>
          <a:xfrm>
            <a:off x="8412269" y="3140242"/>
            <a:ext cx="975336" cy="767615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28554304-7699-546F-3C6F-7EBEEB64EF8C}"/>
              </a:ext>
            </a:extLst>
          </p:cNvPr>
          <p:cNvSpPr/>
          <p:nvPr/>
        </p:nvSpPr>
        <p:spPr>
          <a:xfrm>
            <a:off x="8560312" y="3349592"/>
            <a:ext cx="191583" cy="191903"/>
          </a:xfrm>
          <a:prstGeom prst="ellipse">
            <a:avLst/>
          </a:prstGeom>
          <a:solidFill>
            <a:srgbClr val="14B8A6"/>
          </a:solidFill>
          <a:ln w="870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7DA7E0-D83A-21BB-A080-17E8E1D41A6F}"/>
              </a:ext>
            </a:extLst>
          </p:cNvPr>
          <p:cNvSpPr txBox="1"/>
          <p:nvPr/>
        </p:nvSpPr>
        <p:spPr>
          <a:xfrm>
            <a:off x="8804146" y="3323423"/>
            <a:ext cx="53991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Theme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5E9697C-28BD-E673-DF41-1E60C4061DDB}"/>
              </a:ext>
            </a:extLst>
          </p:cNvPr>
          <p:cNvSpPr txBox="1"/>
          <p:nvPr/>
        </p:nvSpPr>
        <p:spPr>
          <a:xfrm>
            <a:off x="8621270" y="3620001"/>
            <a:ext cx="5921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harmony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177ABE3-EC35-1E54-0A87-7B3817D07EB0}"/>
              </a:ext>
            </a:extLst>
          </p:cNvPr>
          <p:cNvSpPr/>
          <p:nvPr/>
        </p:nvSpPr>
        <p:spPr>
          <a:xfrm>
            <a:off x="6121973" y="4221881"/>
            <a:ext cx="975336" cy="767615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9F5BB4D-BCE6-E7A7-D29E-5804D00A338A}"/>
              </a:ext>
            </a:extLst>
          </p:cNvPr>
          <p:cNvSpPr/>
          <p:nvPr/>
        </p:nvSpPr>
        <p:spPr>
          <a:xfrm>
            <a:off x="6095848" y="4169544"/>
            <a:ext cx="975335" cy="767614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FCF1C61-9596-2EE0-3D06-C30EE63D93F9}"/>
              </a:ext>
            </a:extLst>
          </p:cNvPr>
          <p:cNvSpPr/>
          <p:nvPr/>
        </p:nvSpPr>
        <p:spPr>
          <a:xfrm>
            <a:off x="6243889" y="4378893"/>
            <a:ext cx="191584" cy="191904"/>
          </a:xfrm>
          <a:prstGeom prst="ellipse">
            <a:avLst/>
          </a:prstGeom>
          <a:solidFill>
            <a:srgbClr val="14B8A6"/>
          </a:solidFill>
          <a:ln w="870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562CF6-3532-EE2B-E5C3-D2A45E5E9EB5}"/>
              </a:ext>
            </a:extLst>
          </p:cNvPr>
          <p:cNvSpPr txBox="1"/>
          <p:nvPr/>
        </p:nvSpPr>
        <p:spPr>
          <a:xfrm>
            <a:off x="6487723" y="4352725"/>
            <a:ext cx="53991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Compose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A53795-8F01-4E2D-31CB-96ED7A722811}"/>
              </a:ext>
            </a:extLst>
          </p:cNvPr>
          <p:cNvSpPr txBox="1"/>
          <p:nvPr/>
        </p:nvSpPr>
        <p:spPr>
          <a:xfrm>
            <a:off x="6304848" y="4649303"/>
            <a:ext cx="5921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regions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65BF37CF-4002-2AB3-5BD2-10619F684FE8}"/>
              </a:ext>
            </a:extLst>
          </p:cNvPr>
          <p:cNvSpPr/>
          <p:nvPr/>
        </p:nvSpPr>
        <p:spPr>
          <a:xfrm>
            <a:off x="7280184" y="4221881"/>
            <a:ext cx="975335" cy="767615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9E4D96E-CDC2-8F45-F4AA-43D7CFAD3475}"/>
              </a:ext>
            </a:extLst>
          </p:cNvPr>
          <p:cNvSpPr/>
          <p:nvPr/>
        </p:nvSpPr>
        <p:spPr>
          <a:xfrm>
            <a:off x="7254059" y="4169544"/>
            <a:ext cx="975336" cy="767614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3FF46FBE-F3D8-C525-564B-3E028F6085A0}"/>
              </a:ext>
            </a:extLst>
          </p:cNvPr>
          <p:cNvSpPr/>
          <p:nvPr/>
        </p:nvSpPr>
        <p:spPr>
          <a:xfrm>
            <a:off x="7402101" y="4378893"/>
            <a:ext cx="191584" cy="191904"/>
          </a:xfrm>
          <a:prstGeom prst="ellipse">
            <a:avLst/>
          </a:prstGeom>
          <a:solidFill>
            <a:srgbClr val="14B8A6"/>
          </a:solidFill>
          <a:ln w="870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D3336D-C116-FADD-8A57-195758CC96F9}"/>
              </a:ext>
            </a:extLst>
          </p:cNvPr>
          <p:cNvSpPr txBox="1"/>
          <p:nvPr/>
        </p:nvSpPr>
        <p:spPr>
          <a:xfrm>
            <a:off x="7645935" y="4352725"/>
            <a:ext cx="53991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Object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9A47AA6-45D1-4F4F-C38E-7371D9DDE916}"/>
              </a:ext>
            </a:extLst>
          </p:cNvPr>
          <p:cNvSpPr txBox="1"/>
          <p:nvPr/>
        </p:nvSpPr>
        <p:spPr>
          <a:xfrm>
            <a:off x="7463059" y="4649303"/>
            <a:ext cx="5921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charts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B4E8A0CA-AC66-20A3-2F38-5321A4D28A69}"/>
              </a:ext>
            </a:extLst>
          </p:cNvPr>
          <p:cNvSpPr/>
          <p:nvPr/>
        </p:nvSpPr>
        <p:spPr>
          <a:xfrm>
            <a:off x="8438395" y="4221881"/>
            <a:ext cx="975336" cy="767615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28FBE15B-F993-5558-8785-2BC396B91E17}"/>
              </a:ext>
            </a:extLst>
          </p:cNvPr>
          <p:cNvSpPr/>
          <p:nvPr/>
        </p:nvSpPr>
        <p:spPr>
          <a:xfrm>
            <a:off x="8412269" y="4169544"/>
            <a:ext cx="975336" cy="767614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2D3EC4CD-B92C-261A-4943-43EA1C77CC8F}"/>
              </a:ext>
            </a:extLst>
          </p:cNvPr>
          <p:cNvSpPr/>
          <p:nvPr/>
        </p:nvSpPr>
        <p:spPr>
          <a:xfrm>
            <a:off x="8560312" y="4378893"/>
            <a:ext cx="191583" cy="191904"/>
          </a:xfrm>
          <a:prstGeom prst="ellipse">
            <a:avLst/>
          </a:prstGeom>
          <a:solidFill>
            <a:srgbClr val="14B8A6"/>
          </a:solidFill>
          <a:ln w="8708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02C3360-B512-C496-ADDC-BB0849C61CDD}"/>
              </a:ext>
            </a:extLst>
          </p:cNvPr>
          <p:cNvSpPr txBox="1"/>
          <p:nvPr/>
        </p:nvSpPr>
        <p:spPr>
          <a:xfrm>
            <a:off x="8804146" y="4352725"/>
            <a:ext cx="53991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Decor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20C419-AB30-42A6-133B-68E6EB67A220}"/>
              </a:ext>
            </a:extLst>
          </p:cNvPr>
          <p:cNvSpPr txBox="1"/>
          <p:nvPr/>
        </p:nvSpPr>
        <p:spPr>
          <a:xfrm>
            <a:off x="8621270" y="4649303"/>
            <a:ext cx="5921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effects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D6EBEB15-E074-199E-89A4-BF2DF5C0D541}"/>
              </a:ext>
            </a:extLst>
          </p:cNvPr>
          <p:cNvCxnSpPr/>
          <p:nvPr/>
        </p:nvCxnSpPr>
        <p:spPr>
          <a:xfrm>
            <a:off x="7071183" y="3524050"/>
            <a:ext cx="165459" cy="0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EDA2E13-6B3F-E97E-06BD-FB5C91A05F41}"/>
              </a:ext>
            </a:extLst>
          </p:cNvPr>
          <p:cNvCxnSpPr/>
          <p:nvPr/>
        </p:nvCxnSpPr>
        <p:spPr>
          <a:xfrm>
            <a:off x="8229395" y="3524050"/>
            <a:ext cx="165458" cy="0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747BA606-F549-E812-47AC-FF5DF9CE969A}"/>
              </a:ext>
            </a:extLst>
          </p:cNvPr>
          <p:cNvCxnSpPr/>
          <p:nvPr/>
        </p:nvCxnSpPr>
        <p:spPr>
          <a:xfrm>
            <a:off x="7071183" y="4553351"/>
            <a:ext cx="165459" cy="0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E9BEF52-3180-90A0-535A-7D15182B71FE}"/>
              </a:ext>
            </a:extLst>
          </p:cNvPr>
          <p:cNvCxnSpPr/>
          <p:nvPr/>
        </p:nvCxnSpPr>
        <p:spPr>
          <a:xfrm>
            <a:off x="8229395" y="4553351"/>
            <a:ext cx="165458" cy="0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B74F33F-DF27-00F5-CAB3-F91CDB7B4781}"/>
              </a:ext>
            </a:extLst>
          </p:cNvPr>
          <p:cNvCxnSpPr/>
          <p:nvPr/>
        </p:nvCxnSpPr>
        <p:spPr>
          <a:xfrm>
            <a:off x="6583515" y="3907857"/>
            <a:ext cx="0" cy="244241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69D7C25-A180-F481-6950-2B2FB83822E3}"/>
              </a:ext>
            </a:extLst>
          </p:cNvPr>
          <p:cNvCxnSpPr/>
          <p:nvPr/>
        </p:nvCxnSpPr>
        <p:spPr>
          <a:xfrm>
            <a:off x="7741727" y="3907857"/>
            <a:ext cx="0" cy="244241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291478E-B13B-40C7-CA8D-DCE97599346B}"/>
              </a:ext>
            </a:extLst>
          </p:cNvPr>
          <p:cNvCxnSpPr/>
          <p:nvPr/>
        </p:nvCxnSpPr>
        <p:spPr>
          <a:xfrm>
            <a:off x="8899937" y="3907857"/>
            <a:ext cx="0" cy="244241"/>
          </a:xfrm>
          <a:prstGeom prst="line">
            <a:avLst/>
          </a:prstGeom>
          <a:ln w="22642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AC3B7805-05C7-3FB0-F910-F4310694321A}"/>
              </a:ext>
            </a:extLst>
          </p:cNvPr>
          <p:cNvCxnSpPr/>
          <p:nvPr/>
        </p:nvCxnSpPr>
        <p:spPr>
          <a:xfrm>
            <a:off x="5373054" y="4117206"/>
            <a:ext cx="374460" cy="0"/>
          </a:xfrm>
          <a:prstGeom prst="line">
            <a:avLst/>
          </a:prstGeom>
          <a:ln w="24383">
            <a:solidFill>
              <a:srgbClr val="A85520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1AB3C7A-0124-4B78-4EB5-5DF5293A9C18}"/>
              </a:ext>
            </a:extLst>
          </p:cNvPr>
          <p:cNvCxnSpPr/>
          <p:nvPr/>
        </p:nvCxnSpPr>
        <p:spPr>
          <a:xfrm flipV="1">
            <a:off x="5747514" y="3524050"/>
            <a:ext cx="0" cy="593156"/>
          </a:xfrm>
          <a:prstGeom prst="line">
            <a:avLst/>
          </a:prstGeom>
          <a:ln w="24383">
            <a:solidFill>
              <a:srgbClr val="A85520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FAB1C89-138F-2078-88A2-55B3BC28FA74}"/>
              </a:ext>
            </a:extLst>
          </p:cNvPr>
          <p:cNvCxnSpPr/>
          <p:nvPr/>
        </p:nvCxnSpPr>
        <p:spPr>
          <a:xfrm>
            <a:off x="5747514" y="3524050"/>
            <a:ext cx="330917" cy="0"/>
          </a:xfrm>
          <a:prstGeom prst="line">
            <a:avLst/>
          </a:prstGeom>
          <a:ln w="24383">
            <a:solidFill>
              <a:srgbClr val="A8552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4F534235-EB47-3F80-1065-2B4616A3646F}"/>
              </a:ext>
            </a:extLst>
          </p:cNvPr>
          <p:cNvCxnSpPr/>
          <p:nvPr/>
        </p:nvCxnSpPr>
        <p:spPr>
          <a:xfrm>
            <a:off x="9222146" y="2581977"/>
            <a:ext cx="687961" cy="0"/>
          </a:xfrm>
          <a:prstGeom prst="line">
            <a:avLst/>
          </a:prstGeom>
          <a:ln w="40058">
            <a:solidFill>
              <a:srgbClr val="11182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D4012608-1504-6073-B8CC-CCFF06B4BE88}"/>
              </a:ext>
            </a:extLst>
          </p:cNvPr>
          <p:cNvSpPr/>
          <p:nvPr/>
        </p:nvSpPr>
        <p:spPr>
          <a:xfrm>
            <a:off x="10145232" y="2233061"/>
            <a:ext cx="1445587" cy="907181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3291C3EA-0796-D430-E3E8-94DFEDA4EC6A}"/>
              </a:ext>
            </a:extLst>
          </p:cNvPr>
          <p:cNvSpPr/>
          <p:nvPr/>
        </p:nvSpPr>
        <p:spPr>
          <a:xfrm>
            <a:off x="10119107" y="2180724"/>
            <a:ext cx="1445587" cy="907181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DAC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0783C2B5-1020-89BB-60CD-83351FFFD825}"/>
              </a:ext>
            </a:extLst>
          </p:cNvPr>
          <p:cNvSpPr/>
          <p:nvPr/>
        </p:nvSpPr>
        <p:spPr>
          <a:xfrm>
            <a:off x="10267149" y="2390073"/>
            <a:ext cx="191584" cy="191904"/>
          </a:xfrm>
          <a:prstGeom prst="ellipse">
            <a:avLst/>
          </a:prstGeom>
          <a:solidFill>
            <a:srgbClr val="818CF8"/>
          </a:solidFill>
          <a:ln w="8708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02A6152-0FD0-74B2-F8AF-889457778450}"/>
              </a:ext>
            </a:extLst>
          </p:cNvPr>
          <p:cNvSpPr txBox="1"/>
          <p:nvPr/>
        </p:nvSpPr>
        <p:spPr>
          <a:xfrm>
            <a:off x="10563233" y="2363905"/>
            <a:ext cx="91437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Styled IR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F9C6BBE-12D7-AE26-9FB3-D6FE364E0617}"/>
              </a:ext>
            </a:extLst>
          </p:cNvPr>
          <p:cNvSpPr txBox="1"/>
          <p:nvPr/>
        </p:nvSpPr>
        <p:spPr>
          <a:xfrm>
            <a:off x="10397775" y="2669206"/>
            <a:ext cx="9927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coherent deck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68C57483-ADDA-B5EA-03E5-93A9BA431AF8}"/>
              </a:ext>
            </a:extLst>
          </p:cNvPr>
          <p:cNvSpPr/>
          <p:nvPr/>
        </p:nvSpPr>
        <p:spPr>
          <a:xfrm>
            <a:off x="10145232" y="3515327"/>
            <a:ext cx="1445587" cy="907181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73A19F7-827A-5DCD-5A61-70C90245902A}"/>
              </a:ext>
            </a:extLst>
          </p:cNvPr>
          <p:cNvSpPr/>
          <p:nvPr/>
        </p:nvSpPr>
        <p:spPr>
          <a:xfrm>
            <a:off x="10119107" y="3462989"/>
            <a:ext cx="1445587" cy="907181"/>
          </a:xfrm>
          <a:prstGeom prst="roundRect">
            <a:avLst/>
          </a:prstGeom>
          <a:solidFill>
            <a:srgbClr val="FFFDF8"/>
          </a:solidFill>
          <a:ln w="12192">
            <a:solidFill>
              <a:srgbClr val="DAC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FEBDB25D-0A12-48AC-3BA6-6458408634E2}"/>
              </a:ext>
            </a:extLst>
          </p:cNvPr>
          <p:cNvSpPr/>
          <p:nvPr/>
        </p:nvSpPr>
        <p:spPr>
          <a:xfrm>
            <a:off x="10267149" y="3672339"/>
            <a:ext cx="191584" cy="191903"/>
          </a:xfrm>
          <a:prstGeom prst="ellipse">
            <a:avLst/>
          </a:prstGeom>
          <a:solidFill>
            <a:srgbClr val="818CF8"/>
          </a:solidFill>
          <a:ln w="8708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CB88F98-A47B-7F4B-0FFA-EA6AFE6F6666}"/>
              </a:ext>
            </a:extLst>
          </p:cNvPr>
          <p:cNvSpPr txBox="1"/>
          <p:nvPr/>
        </p:nvSpPr>
        <p:spPr>
          <a:xfrm>
            <a:off x="10563233" y="3646170"/>
            <a:ext cx="914377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 b="1">
                <a:solidFill>
                  <a:srgbClr val="111827"/>
                </a:solidFill>
                <a:latin typeface="Aptos" panose="020B0004020202020204" pitchFamily="34" charset="0"/>
              </a:rPr>
              <a:t>Renderers</a:t>
            </a:r>
            <a:endParaRPr lang="ko-KR" altLang="en-US" sz="94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640AC4-8B82-B288-1E88-D7EE44D7D182}"/>
              </a:ext>
            </a:extLst>
          </p:cNvPr>
          <p:cNvSpPr txBox="1"/>
          <p:nvPr/>
        </p:nvSpPr>
        <p:spPr>
          <a:xfrm>
            <a:off x="10397775" y="3951471"/>
            <a:ext cx="9927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40">
                <a:solidFill>
                  <a:srgbClr val="526071"/>
                </a:solidFill>
                <a:latin typeface="Aptos" panose="020B0004020202020204" pitchFamily="34" charset="0"/>
              </a:rPr>
              <a:t>PPTX output</a:t>
            </a:r>
            <a:endParaRPr lang="ko-KR" altLang="en-US" sz="94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867B46B-17FE-C343-83AF-8A7D0466C65F}"/>
              </a:ext>
            </a:extLst>
          </p:cNvPr>
          <p:cNvCxnSpPr/>
          <p:nvPr/>
        </p:nvCxnSpPr>
        <p:spPr>
          <a:xfrm>
            <a:off x="10841900" y="3087905"/>
            <a:ext cx="0" cy="357639"/>
          </a:xfrm>
          <a:prstGeom prst="line">
            <a:avLst/>
          </a:prstGeom>
          <a:ln w="31350">
            <a:solidFill>
              <a:srgbClr val="47556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96B6760E-5F5B-310D-067D-4BFD8A53A753}"/>
              </a:ext>
            </a:extLst>
          </p:cNvPr>
          <p:cNvSpPr/>
          <p:nvPr/>
        </p:nvSpPr>
        <p:spPr>
          <a:xfrm>
            <a:off x="10145232" y="4466122"/>
            <a:ext cx="1445587" cy="453590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3452011A-5601-2DEE-A47F-5B3DD5DFA17A}"/>
              </a:ext>
            </a:extLst>
          </p:cNvPr>
          <p:cNvSpPr/>
          <p:nvPr/>
        </p:nvSpPr>
        <p:spPr>
          <a:xfrm>
            <a:off x="10119107" y="4413785"/>
            <a:ext cx="1445587" cy="453590"/>
          </a:xfrm>
          <a:prstGeom prst="roundRect">
            <a:avLst/>
          </a:prstGeom>
          <a:solidFill>
            <a:srgbClr val="FFF1F2"/>
          </a:solidFill>
          <a:ln w="12192">
            <a:solidFill>
              <a:srgbClr val="BE1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E8DE3B27-D841-02D8-9AF2-5CD2AD54C64A}"/>
              </a:ext>
            </a:extLst>
          </p:cNvPr>
          <p:cNvSpPr/>
          <p:nvPr/>
        </p:nvSpPr>
        <p:spPr>
          <a:xfrm>
            <a:off x="10232316" y="4544628"/>
            <a:ext cx="191583" cy="191904"/>
          </a:xfrm>
          <a:prstGeom prst="ellipse">
            <a:avLst/>
          </a:prstGeom>
          <a:solidFill>
            <a:srgbClr val="BE123C"/>
          </a:solidFill>
          <a:ln w="8708">
            <a:solidFill>
              <a:srgbClr val="BE1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BFAE9B5-15BE-A403-4422-8DAD77CD05D5}"/>
              </a:ext>
            </a:extLst>
          </p:cNvPr>
          <p:cNvSpPr txBox="1"/>
          <p:nvPr/>
        </p:nvSpPr>
        <p:spPr>
          <a:xfrm>
            <a:off x="10554525" y="4535905"/>
            <a:ext cx="801169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08" b="1">
                <a:solidFill>
                  <a:srgbClr val="881337"/>
                </a:solidFill>
                <a:latin typeface="Aptos" panose="020B0004020202020204" pitchFamily="34" charset="0"/>
              </a:rPr>
              <a:t>Visual QA</a:t>
            </a:r>
            <a:endParaRPr lang="ko-KR" altLang="en-US" sz="1008" b="1">
              <a:solidFill>
                <a:srgbClr val="881337"/>
              </a:solidFill>
              <a:latin typeface="Aptos" panose="020B0004020202020204" pitchFamily="34" charset="0"/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8EFCFD1-39C7-B7F2-9B46-410E5EBE5933}"/>
              </a:ext>
            </a:extLst>
          </p:cNvPr>
          <p:cNvCxnSpPr/>
          <p:nvPr/>
        </p:nvCxnSpPr>
        <p:spPr>
          <a:xfrm>
            <a:off x="10841900" y="4370170"/>
            <a:ext cx="0" cy="26169"/>
          </a:xfrm>
          <a:prstGeom prst="line">
            <a:avLst/>
          </a:prstGeom>
          <a:ln w="24383">
            <a:solidFill>
              <a:srgbClr val="BE123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32299BAE-43F0-C0F7-9997-797F83669B4C}"/>
              </a:ext>
            </a:extLst>
          </p:cNvPr>
          <p:cNvSpPr/>
          <p:nvPr/>
        </p:nvSpPr>
        <p:spPr>
          <a:xfrm>
            <a:off x="653127" y="5373303"/>
            <a:ext cx="10937692" cy="575711"/>
          </a:xfrm>
          <a:prstGeom prst="roundRect">
            <a:avLst/>
          </a:prstGeom>
          <a:solidFill>
            <a:srgbClr val="0F172A">
              <a:alpha val="1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75FA555C-D4C2-A42F-B096-66D6D012C402}"/>
              </a:ext>
            </a:extLst>
          </p:cNvPr>
          <p:cNvSpPr/>
          <p:nvPr/>
        </p:nvSpPr>
        <p:spPr>
          <a:xfrm>
            <a:off x="627001" y="5320966"/>
            <a:ext cx="10937692" cy="575711"/>
          </a:xfrm>
          <a:prstGeom prst="roundRect">
            <a:avLst/>
          </a:prstGeom>
          <a:solidFill>
            <a:srgbClr val="FFFDF8"/>
          </a:solidFill>
          <a:ln w="10450">
            <a:solidFill>
              <a:srgbClr val="DAC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281831D-A1D0-364C-76BF-9B408626E143}"/>
              </a:ext>
            </a:extLst>
          </p:cNvPr>
          <p:cNvSpPr txBox="1"/>
          <p:nvPr/>
        </p:nvSpPr>
        <p:spPr>
          <a:xfrm>
            <a:off x="905669" y="5486701"/>
            <a:ext cx="178521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24" b="1">
                <a:solidFill>
                  <a:srgbClr val="111827"/>
                </a:solidFill>
                <a:latin typeface="Aptos" panose="020B0004020202020204" pitchFamily="34" charset="0"/>
              </a:rPr>
              <a:t>Coherence checks</a:t>
            </a:r>
            <a:endParaRPr lang="ko-KR" altLang="en-US" sz="1224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76B5278-612A-0D16-D3A5-A089B64929BF}"/>
              </a:ext>
            </a:extLst>
          </p:cNvPr>
          <p:cNvSpPr txBox="1"/>
          <p:nvPr/>
        </p:nvSpPr>
        <p:spPr>
          <a:xfrm>
            <a:off x="2542839" y="5486701"/>
            <a:ext cx="8098769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08">
                <a:solidFill>
                  <a:srgbClr val="526071"/>
                </a:solidFill>
                <a:latin typeface="Aptos" panose="020B0004020202020204" pitchFamily="34" charset="0"/>
              </a:rPr>
              <a:t>one graph per slide; bounded text; centered icons; role-consistent straight or elbow connectors</a:t>
            </a:r>
            <a:endParaRPr lang="ko-KR" altLang="en-US" sz="1008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543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사용자 지정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Aptos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채승훈</dc:creator>
  <cp:lastModifiedBy>채승훈</cp:lastModifiedBy>
  <cp:revision>1</cp:revision>
  <dcterms:created xsi:type="dcterms:W3CDTF">2026-06-20T16:34:34Z</dcterms:created>
  <dcterms:modified xsi:type="dcterms:W3CDTF">2026-06-20T16:34:34Z</dcterms:modified>
</cp:coreProperties>
</file>