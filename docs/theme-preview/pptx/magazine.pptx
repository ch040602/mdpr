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0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C241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11182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8181B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6D3D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7534E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7534E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0.xm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sv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5806440"/>
            <a:ext cx="12191695" cy="1051560"/>
          </a:xfrm>
          <a:prstGeom prst="rect">
            <a:avLst/>
          </a:prstGeom>
          <a:solidFill>
            <a:srgbClr val="111827">
              <a:alpha val="92000"/>
            </a:srgbClr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5559552"/>
            <a:ext cx="3749040" cy="731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Composition Grammar QA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6199632"/>
            <a:ext cx="2011680" cy="4572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80760" y="1389888"/>
            <a:ext cx="22860" cy="4663440"/>
          </a:xfrm>
          <a:prstGeom prst="rect">
            <a:avLst/>
          </a:prstGeom>
          <a:solidFill>
            <a:srgbClr val="D6D3D1">
              <a:alpha val="9000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389888"/>
            <a:ext cx="73152" cy="65836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194560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2990088"/>
            <a:ext cx="73152" cy="65836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3794760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4599432"/>
            <a:ext cx="73152" cy="65836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5394960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1389888"/>
            <a:ext cx="73152" cy="65836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2194560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2990088"/>
            <a:ext cx="73152" cy="65836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72784" y="3794760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2784" y="4599432"/>
            <a:ext cx="73152" cy="65836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2784" y="5394960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800" dirty="0"/>
          </a:p>
        </p:txBody>
      </p:sp>
      <p:sp>
        <p:nvSpPr>
          <p:cNvPr id="24" name="Text 22"/>
          <p:cNvSpPr txBox="1"/>
          <p:nvPr/>
        </p:nvSpPr>
        <p:spPr>
          <a:xfrm>
            <a:off x="1042416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Preview Purpose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1042416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1042416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Style Families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1042416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1042416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1042416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Table Coherence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6492240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Chart and Table Pair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6492240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Editable Proof Objects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6492240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Object Shape Grammar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6492240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Icon and Text Aside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6492240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Overflow Guard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6492240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Actions Output Review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3400" dirty="0"/>
          </a:p>
        </p:txBody>
      </p:sp>
      <p:sp>
        <p:nvSpPr>
          <p:cNvPr id="13" name="Text 10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decks must prove hierarchy, evidence, and object grammar before decoration.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Fixture type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Actions theme preview source.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 shape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bullets, bounded tables, and one-slide diagrams.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Review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readable, coherent, composition-aware output.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111827">
              <a:alpha val="80000"/>
            </a:srgbClr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0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3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6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111827">
              <a:alpha val="80000"/>
            </a:srgbClr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0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 / minimalism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structural baselines.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3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/ technical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structured operational hierarchy.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6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warmer page rhythm.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 (Cont. 2/2)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or softly raised surfaces.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distinct surface and background grammar.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2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5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8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31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C2410C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C2410C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C2410C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C2410C"/>
            </a:solidFill>
            <a:prstDash val="solid"/>
            <a:headEnd type="triangle"/>
          </a:ln>
        </p:spPr>
      </p:sp>
      <p:sp>
        <p:nvSpPr>
          <p:cNvPr id="13" name="Shape 11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C2410C"/>
            </a:solidFill>
            <a:prstDash val="solid"/>
            <a:headEnd type="triangle"/>
          </a:ln>
        </p:spPr>
      </p:sp>
      <p:sp>
        <p:nvSpPr>
          <p:cNvPr id="14" name="Shape 12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CF7"/>
          </a:solidFill>
          <a:ln w="12700">
            <a:solidFill>
              <a:srgbClr val="C2410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CF7"/>
          </a:solidFill>
          <a:ln w="12700">
            <a:solidFill>
              <a:srgbClr val="C2410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CF7"/>
          </a:solidFill>
          <a:ln w="12700">
            <a:solidFill>
              <a:srgbClr val="C2410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CF7"/>
          </a:solidFill>
          <a:ln w="12700">
            <a:solidFill>
              <a:srgbClr val="C2410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CF7"/>
          </a:solidFill>
          <a:ln w="12700">
            <a:solidFill>
              <a:srgbClr val="C2410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CF7"/>
          </a:solidFill>
          <a:ln w="12700">
            <a:solidFill>
              <a:srgbClr val="C2410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410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410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410C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>
                        <a:alpha val="80000"/>
                      </a:srgbClr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20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410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410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410C"/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>
                        <a:alpha val="80000"/>
                      </a:srgbClr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1" name="Shape 8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D6D3D1">
              <a:alpha val="8200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F8F4E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8F4EF"/>
          </a:solidFill>
          <a:ln w="12700">
            <a:solidFill>
              <a:srgbClr val="F8F4E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D6D3D1">
              <a:alpha val="8500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8181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8F4EF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D6D3D1">
                <a:alpha val="9500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D6D3D1">
                <a:alpha val="9500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9" name="Text 26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0" name="Text 27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1" name="Shape 8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CF7"/>
          </a:solidFill>
          <a:ln w="12700">
            <a:solidFill>
              <a:srgbClr val="D6D3D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5" name="Shape 12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CF7"/>
          </a:solidFill>
          <a:ln w="12700">
            <a:solidFill>
              <a:srgbClr val="D6D3D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9" name="Shape 16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CF7"/>
          </a:solidFill>
          <a:ln w="12700">
            <a:solidFill>
              <a:srgbClr val="D6D3D1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CF7"/>
          </a:solidFill>
          <a:ln w="12700">
            <a:solidFill>
              <a:srgbClr val="D6D3D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7" name="Shape 24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C2410C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C2410C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C2410C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2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5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8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31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2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5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8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31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111827">
              <a:alpha val="80000"/>
            </a:srgbClr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0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3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6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8181B"/>
      </a:dk1>
      <a:lt1>
        <a:srgbClr val="F8F4EF"/>
      </a:lt1>
      <a:dk2>
        <a:srgbClr val="57534E"/>
      </a:dk2>
      <a:lt2>
        <a:srgbClr val="FFFCF7"/>
      </a:lt2>
      <a:accent1>
        <a:srgbClr val="C2410C"/>
      </a:accent1>
      <a:accent2>
        <a:srgbClr val="111827"/>
      </a:accent2>
      <a:accent3>
        <a:srgbClr val="C2410C"/>
      </a:accent3>
      <a:accent4>
        <a:srgbClr val="57534E"/>
      </a:accent4>
      <a:accent5>
        <a:srgbClr val="D6D3D1"/>
      </a:accent5>
      <a:accent6>
        <a:srgbClr val="18181B"/>
      </a:accent6>
      <a:hlink>
        <a:srgbClr val="C2410C"/>
      </a:hlink>
      <a:folHlink>
        <a:srgbClr val="111827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Composition Grammar QA</dc:title>
  <dc:subject>Generated from Markdown through Presentation IR and Layout IR</dc:subject>
  <dc:creator>mdpresent</dc:creator>
  <cp:lastModifiedBy>mdpresent</cp:lastModifiedBy>
  <cp:revision>1</cp:revision>
  <dcterms:created xsi:type="dcterms:W3CDTF">2026-06-20T14:04:02Z</dcterms:created>
  <dcterms:modified xsi:type="dcterms:W3CDTF">2026-06-20T14:04:02Z</dcterms:modified>
</cp:coreProperties>
</file>