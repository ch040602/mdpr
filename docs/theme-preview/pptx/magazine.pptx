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6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C241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181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6D3D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C241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181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6D3D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image" Target="../media/image-9-13.png"/><Relationship Id="rId14" Type="http://schemas.openxmlformats.org/officeDocument/2006/relationships/image" Target="../media/image-9-14.svg"/><Relationship Id="rId15" Type="http://schemas.openxmlformats.org/officeDocument/2006/relationships/image" Target="../media/image-9-15.png"/><Relationship Id="rId16" Type="http://schemas.openxmlformats.org/officeDocument/2006/relationships/image" Target="../media/image-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5.xml"/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image" Target="../media/image-20-3.png"/><Relationship Id="rId4" Type="http://schemas.openxmlformats.org/officeDocument/2006/relationships/image" Target="../media/image-20-4.svg"/><Relationship Id="rId5" Type="http://schemas.openxmlformats.org/officeDocument/2006/relationships/image" Target="../media/image-20-5.png"/><Relationship Id="rId6" Type="http://schemas.openxmlformats.org/officeDocument/2006/relationships/image" Target="../media/image-20-6.svg"/><Relationship Id="rId7" Type="http://schemas.openxmlformats.org/officeDocument/2006/relationships/image" Target="../media/image-20-7.png"/><Relationship Id="rId8" Type="http://schemas.openxmlformats.org/officeDocument/2006/relationships/image" Target="../media/image-20-8.svg"/><Relationship Id="rId9" Type="http://schemas.openxmlformats.org/officeDocument/2006/relationships/image" Target="../media/image-20-9.png"/><Relationship Id="rId10" Type="http://schemas.openxmlformats.org/officeDocument/2006/relationships/image" Target="../media/image-20-10.sv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sv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sv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6.xml"/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8" Type="http://schemas.openxmlformats.org/officeDocument/2006/relationships/image" Target="../media/image-23-7.png"/><Relationship Id="rId9" Type="http://schemas.openxmlformats.org/officeDocument/2006/relationships/image" Target="../media/image-23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image" Target="../media/image-24-9.png"/><Relationship Id="rId10" Type="http://schemas.openxmlformats.org/officeDocument/2006/relationships/image" Target="../media/image-24-10.sv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111827">
              <a:alpha val="92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D6D3D1">
              <a:alpha val="90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pruned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3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3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asymmetric rhythm and publication-like accents.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 or soft raised surfaces.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surfaces, construction lines, or metric rails.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magazine-rail, grid-baseline, glass-surface, newmorphic-panel, data-rail, minimal-rule.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6D3D1">
              <a:alpha val="82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F8F4E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4EF"/>
          </a:solidFill>
          <a:ln w="12700">
            <a:solidFill>
              <a:srgbClr val="F8F4E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6D3D1">
              <a:alpha val="85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8181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4E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6D3D1">
                <a:alpha val="9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6D3D1">
                <a:alpha val="9500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3" name="Image 1" descr="Safe frame diagram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8" name="Text 11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9" name="Image 3" descr="Safe frame diagram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0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6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181B"/>
      </a:dk1>
      <a:lt1>
        <a:srgbClr val="F8F4EF"/>
      </a:lt1>
      <a:dk2>
        <a:srgbClr val="57534E"/>
      </a:dk2>
      <a:lt2>
        <a:srgbClr val="FFFCF7"/>
      </a:lt2>
      <a:accent1>
        <a:srgbClr val="C2410C"/>
      </a:accent1>
      <a:accent2>
        <a:srgbClr val="111827"/>
      </a:accent2>
      <a:accent3>
        <a:srgbClr val="C2410C"/>
      </a:accent3>
      <a:accent4>
        <a:srgbClr val="57534E"/>
      </a:accent4>
      <a:accent5>
        <a:srgbClr val="D6D3D1"/>
      </a:accent5>
      <a:accent6>
        <a:srgbClr val="18181B"/>
      </a:accent6>
      <a:hlink>
        <a:srgbClr val="C2410C"/>
      </a:hlink>
      <a:folHlink>
        <a:srgbClr val="111827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2026-06-20T17:51:14Z</dcterms:created>
  <dcterms:modified xsi:type="dcterms:W3CDTF">2026-06-20T17:51:14Z</dcterms:modified>
</cp:coreProperties>
</file>