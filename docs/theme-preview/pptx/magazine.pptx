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8181B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6D3D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7534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7534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0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11827">
              <a:alpha val="92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5559552"/>
            <a:ext cx="3749040" cy="731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6D3D1">
              <a:alpha val="90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CF7"/>
          </a:solidFill>
          <a:ln w="12700">
            <a:solidFill>
              <a:srgbClr val="C2410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4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CF7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8181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3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6D3D1">
              <a:alpha val="82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F8F4E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4EF"/>
          </a:solidFill>
          <a:ln w="12700">
            <a:solidFill>
              <a:srgbClr val="F8F4E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6D3D1">
              <a:alpha val="8500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8181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4E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6D3D1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753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CF7"/>
          </a:solidFill>
          <a:ln w="12700">
            <a:solidFill>
              <a:srgbClr val="D6D3D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C2410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1" name="Shape 1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2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5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Shape 1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8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31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310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ISSUE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658368" y="658368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5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6199632"/>
            <a:ext cx="10874959" cy="0"/>
          </a:xfrm>
          <a:prstGeom prst="line">
            <a:avLst/>
          </a:prstGeom>
          <a:noFill/>
          <a:ln w="12700">
            <a:solidFill>
              <a:srgbClr val="18181B">
                <a:alpha val="36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932688"/>
            <a:ext cx="0" cy="4992624"/>
          </a:xfrm>
          <a:prstGeom prst="line">
            <a:avLst/>
          </a:prstGeom>
          <a:noFill/>
          <a:ln w="12700">
            <a:solidFill>
              <a:srgbClr val="C2410C">
                <a:alpha val="6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749808"/>
            <a:ext cx="109728" cy="5358384"/>
          </a:xfrm>
          <a:prstGeom prst="rect">
            <a:avLst/>
          </a:prstGeom>
          <a:solidFill>
            <a:srgbClr val="C2410C">
              <a:alpha val="90000"/>
            </a:srgbClr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111827">
              <a:alpha val="8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CF7">
              <a:alpha val="0"/>
            </a:srgbClr>
          </a:solidFill>
          <a:ln w="12700">
            <a:solidFill>
              <a:srgbClr val="D6D3D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9" name="Shape 14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0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2" name="Shape 16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3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5" name="Shape 18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4EF"/>
          </a:solidFill>
          <a:ln w="12700">
            <a:solidFill>
              <a:srgbClr val="D6D3D1"/>
            </a:solidFill>
            <a:prstDash val="solid"/>
          </a:ln>
        </p:spPr>
      </p:sp>
      <p:pic>
        <p:nvPicPr>
          <p:cNvPr id="26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C2410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818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181B"/>
      </a:dk1>
      <a:lt1>
        <a:srgbClr val="F8F4EF"/>
      </a:lt1>
      <a:dk2>
        <a:srgbClr val="57534E"/>
      </a:dk2>
      <a:lt2>
        <a:srgbClr val="FFFCF7"/>
      </a:lt2>
      <a:accent1>
        <a:srgbClr val="C2410C"/>
      </a:accent1>
      <a:accent2>
        <a:srgbClr val="111827"/>
      </a:accent2>
      <a:accent3>
        <a:srgbClr val="C2410C"/>
      </a:accent3>
      <a:accent4>
        <a:srgbClr val="57534E"/>
      </a:accent4>
      <a:accent5>
        <a:srgbClr val="D6D3D1"/>
      </a:accent5>
      <a:accent6>
        <a:srgbClr val="18181B"/>
      </a:accent6>
      <a:hlink>
        <a:srgbClr val="C2410C"/>
      </a:hlink>
      <a:folHlink>
        <a:srgbClr val="111827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2026-06-20T14:52:31Z</dcterms:created>
  <dcterms:modified xsi:type="dcterms:W3CDTF">2026-06-20T14:52:31Z</dcterms:modified>
</cp:coreProperties>
</file>