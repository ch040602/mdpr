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0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6D3D1">
              <a:alpha val="90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2026-06-20T14:27:58Z</dcterms:created>
  <dcterms:modified xsi:type="dcterms:W3CDTF">2026-06-20T14:27:58Z</dcterms:modified>
</cp:coreProperties>
</file>