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C241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1118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8181B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6D3D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34E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7534E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2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111827">
              <a:alpha val="9200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5559552"/>
            <a:ext cx="3749040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157276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192786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2282952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2638044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Semantics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2993136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334822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987552" y="370332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987552" y="4058412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987552" y="4413504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987552" y="4768596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987552" y="512368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987552" y="547878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13" name="Text 10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86868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914400" y="2560320"/>
            <a:ext cx="10241280" cy="86868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914400" y="3703320"/>
            <a:ext cx="10241280" cy="86868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8" name="Shape 13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19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1" name="Shape 15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2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5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86868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914400" y="2560320"/>
            <a:ext cx="10241280" cy="86868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914400" y="3703320"/>
            <a:ext cx="10241280" cy="86868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18" name="Shape 13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19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Plain / clean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low-decoration baselines.</a:t>
            </a:r>
            <a:endParaRPr lang="en-US" sz="2200" dirty="0"/>
          </a:p>
        </p:txBody>
      </p:sp>
      <p:sp>
        <p:nvSpPr>
          <p:cNvPr id="21" name="Shape 15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2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5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Semantics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2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5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8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31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headEnd type="triangle"/>
          </a:ln>
        </p:spPr>
      </p:sp>
      <p:sp>
        <p:nvSpPr>
          <p:cNvPr id="13" name="Shape 11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CF7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CF7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CF7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CF7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CF7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CF7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1" name="Shape 8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D6D3D1">
              <a:alpha val="8200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F8F4E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8F4EF"/>
          </a:solidFill>
          <a:ln w="12700">
            <a:solidFill>
              <a:srgbClr val="F8F4E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D6D3D1">
              <a:alpha val="8500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8181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8F4EF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D6D3D1">
                <a:alpha val="9500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D6D3D1">
                <a:alpha val="9500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9" name="Text 26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1" name="Shape 8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CF7"/>
          </a:solidFill>
          <a:ln w="12700">
            <a:solidFill>
              <a:srgbClr val="D6D3D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CF7"/>
          </a:solidFill>
          <a:ln w="12700">
            <a:solidFill>
              <a:srgbClr val="D6D3D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CF7"/>
          </a:solidFill>
          <a:ln w="12700">
            <a:solidFill>
              <a:srgbClr val="D6D3D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CF7"/>
          </a:solidFill>
          <a:ln w="12700">
            <a:solidFill>
              <a:srgbClr val="D6D3D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7" name="Shape 24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2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5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8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31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2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5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8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31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86868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914400" y="2560320"/>
            <a:ext cx="10241280" cy="86868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914400" y="3703320"/>
            <a:ext cx="10241280" cy="86868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8" name="Shape 13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19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1" name="Shape 15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2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5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8181B"/>
      </a:dk1>
      <a:lt1>
        <a:srgbClr val="F8F4EF"/>
      </a:lt1>
      <a:dk2>
        <a:srgbClr val="57534E"/>
      </a:dk2>
      <a:lt2>
        <a:srgbClr val="FFFCF7"/>
      </a:lt2>
      <a:accent1>
        <a:srgbClr val="C2410C"/>
      </a:accent1>
      <a:accent2>
        <a:srgbClr val="111827"/>
      </a:accent2>
      <a:accent3>
        <a:srgbClr val="C2410C"/>
      </a:accent3>
      <a:accent4>
        <a:srgbClr val="57534E"/>
      </a:accent4>
      <a:accent5>
        <a:srgbClr val="D6D3D1"/>
      </a:accent5>
      <a:accent6>
        <a:srgbClr val="18181B"/>
      </a:accent6>
      <a:hlink>
        <a:srgbClr val="C2410C"/>
      </a:hlink>
      <a:folHlink>
        <a:srgbClr val="111827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2026-06-20T12:47:12Z</dcterms:created>
  <dcterms:modified xsi:type="dcterms:W3CDTF">2026-06-20T12:47:12Z</dcterms:modified>
</cp:coreProperties>
</file>