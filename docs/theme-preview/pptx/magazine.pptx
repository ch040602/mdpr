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3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0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11827">
              <a:alpha val="92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6D3D1">
              <a:alpha val="90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6D3D1">
              <a:alpha val="82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4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4EF"/>
          </a:solidFill>
          <a:ln w="12700">
            <a:solidFill>
              <a:srgbClr val="F8F4E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6D3D1">
              <a:alpha val="85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8181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4E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FFCF7"/>
      </a:lt2>
      <a:accent1>
        <a:srgbClr val="C2410C"/>
      </a:accent1>
      <a:accent2>
        <a:srgbClr val="111827"/>
      </a:accent2>
      <a:accent3>
        <a:srgbClr val="C2410C"/>
      </a:accent3>
      <a:accent4>
        <a:srgbClr val="57534E"/>
      </a:accent4>
      <a:accent5>
        <a:srgbClr val="D6D3D1"/>
      </a:accent5>
      <a:accent6>
        <a:srgbClr val="18181B"/>
      </a:accent6>
      <a:hlink>
        <a:srgbClr val="C2410C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2026-06-20T14:35:57Z</dcterms:created>
  <dcterms:modified xsi:type="dcterms:W3CDTF">2026-06-20T14:35:57Z</dcterms:modified>
</cp:coreProperties>
</file>