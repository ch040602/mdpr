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5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B4530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FCD3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7D8C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7534E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7534E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image" Target="../media/image-8-13.png"/><Relationship Id="rId14" Type="http://schemas.openxmlformats.org/officeDocument/2006/relationships/image" Target="../media/image-8-14.svg"/><Relationship Id="rId15" Type="http://schemas.openxmlformats.org/officeDocument/2006/relationships/image" Target="../media/image-8-15.png"/><Relationship Id="rId16" Type="http://schemas.openxmlformats.org/officeDocument/2006/relationships/image" Target="../media/image-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5.xm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sv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sv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sv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B453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5806440"/>
            <a:ext cx="12191695" cy="1051560"/>
          </a:xfrm>
          <a:prstGeom prst="rect">
            <a:avLst/>
          </a:prstGeom>
          <a:solidFill>
            <a:srgbClr val="FCD34D">
              <a:alpha val="92000"/>
            </a:srgbClr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5559552"/>
            <a:ext cx="3749040" cy="731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Composition Grammar QA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1572768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1927860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2282952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2638044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2993136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3348228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987552" y="3703320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" y="4058412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4413504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987552" y="4768596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987552" y="5123688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987552" y="5478780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decks must prove hierarchy, evidence, and object grammar before decoration.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Fixture type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Actions theme preview source.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 shape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bullets, bounded tables, and one-slide diagrams.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Review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readable, coherent, composition-aware output.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8686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14400" y="1417320"/>
            <a:ext cx="10241280" cy="86868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560320"/>
            <a:ext cx="10241280" cy="86868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914400" y="2560320"/>
            <a:ext cx="10241280" cy="86868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3703320"/>
            <a:ext cx="10241280" cy="86868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14400" y="3703320"/>
            <a:ext cx="10241280" cy="86868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15" name="Shape 10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16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1696212"/>
            <a:ext cx="310896" cy="31089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682496" y="1508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18" name="Shape 12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19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2839212"/>
            <a:ext cx="310896" cy="310896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682496" y="2651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1" name="Shape 14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2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3982212"/>
            <a:ext cx="310896" cy="310896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682496" y="3794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8686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14400" y="1417320"/>
            <a:ext cx="10241280" cy="86868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560320"/>
            <a:ext cx="10241280" cy="86868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914400" y="2560320"/>
            <a:ext cx="10241280" cy="86868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3703320"/>
            <a:ext cx="10241280" cy="86868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14400" y="3703320"/>
            <a:ext cx="10241280" cy="86868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3400" dirty="0"/>
          </a:p>
        </p:txBody>
      </p:sp>
      <p:sp>
        <p:nvSpPr>
          <p:cNvPr id="15" name="Shape 10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16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1696212"/>
            <a:ext cx="310896" cy="31089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682496" y="1508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Plain / clean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low-decoration baselines.</a:t>
            </a:r>
            <a:endParaRPr lang="en-US" sz="2200" dirty="0"/>
          </a:p>
        </p:txBody>
      </p:sp>
      <p:sp>
        <p:nvSpPr>
          <p:cNvPr id="18" name="Shape 12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19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2839212"/>
            <a:ext cx="310896" cy="310896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682496" y="2651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/ technical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structured operational hierarchy.</a:t>
            </a:r>
            <a:endParaRPr lang="en-US" sz="2200" dirty="0"/>
          </a:p>
        </p:txBody>
      </p:sp>
      <p:sp>
        <p:nvSpPr>
          <p:cNvPr id="21" name="Shape 14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2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3982212"/>
            <a:ext cx="310896" cy="310896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682496" y="3794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warmer page rhythm.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or softly raised surfaces.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distinct surface and background grammar.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7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8" name="Shape 12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19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21" name="Shape 14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2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24" name="Shape 1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5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27" name="Shape 18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8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B45309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solid"/>
            <a:headEnd type="triangle"/>
          </a:ln>
        </p:spPr>
      </p:sp>
      <p:sp>
        <p:nvSpPr>
          <p:cNvPr id="10" name="Shape 8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solid"/>
            <a:headEnd type="triangle"/>
          </a:ln>
        </p:spPr>
      </p:sp>
      <p:sp>
        <p:nvSpPr>
          <p:cNvPr id="11" name="Shape 9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BF5"/>
          </a:solidFill>
          <a:ln w="12700">
            <a:solidFill>
              <a:srgbClr val="B4530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7F3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BF5"/>
          </a:solidFill>
          <a:ln w="12700">
            <a:solidFill>
              <a:srgbClr val="B4530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7F3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BF5"/>
          </a:solidFill>
          <a:ln w="12700">
            <a:solidFill>
              <a:srgbClr val="B4530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7F3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BF5"/>
          </a:solidFill>
          <a:ln w="12700">
            <a:solidFill>
              <a:srgbClr val="B4530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7F3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BF5"/>
          </a:solidFill>
          <a:ln w="12700">
            <a:solidFill>
              <a:srgbClr val="B4530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7F3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BF5"/>
          </a:solidFill>
          <a:ln w="12700">
            <a:solidFill>
              <a:srgbClr val="B4530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7F3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530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530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5309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5">
                        <a:alpha val="80000"/>
                      </a:srgbClr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5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20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530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530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5309"/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5">
                        <a:alpha val="80000"/>
                      </a:srgbClr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E7D8C9">
              <a:alpha val="8200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FCD34D"/>
          </a:solidFill>
          <a:ln w="12700">
            <a:solidFill>
              <a:srgbClr val="F7F3E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7F3EF"/>
          </a:solidFill>
          <a:ln w="12700">
            <a:solidFill>
              <a:srgbClr val="F7F3E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753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753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E7D8C9">
              <a:alpha val="8500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7F3EF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E7D8C9">
                <a:alpha val="9500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E7D8C9">
                <a:alpha val="9500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6" name="Text 23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5753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753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753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BF5"/>
          </a:solidFill>
          <a:ln w="12700">
            <a:solidFill>
              <a:srgbClr val="E7D8C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BF5"/>
          </a:solidFill>
          <a:ln w="12700">
            <a:solidFill>
              <a:srgbClr val="E7D8C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CD34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6" name="Shape 13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BF5"/>
          </a:solidFill>
          <a:ln w="12700">
            <a:solidFill>
              <a:srgbClr val="E7D8C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BF5"/>
          </a:solidFill>
          <a:ln w="12700">
            <a:solidFill>
              <a:srgbClr val="E7D8C9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7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18" name="Shape 12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19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1" name="Shape 14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2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24" name="Shape 1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5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27" name="Shape 18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8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7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18" name="Shape 12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19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1" name="Shape 14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2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24" name="Shape 1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5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27" name="Shape 18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8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8686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14400" y="1417320"/>
            <a:ext cx="10241280" cy="86868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560320"/>
            <a:ext cx="10241280" cy="86868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914400" y="2560320"/>
            <a:ext cx="10241280" cy="86868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3703320"/>
            <a:ext cx="10241280" cy="86868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14400" y="3703320"/>
            <a:ext cx="10241280" cy="86868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15" name="Shape 10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16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1696212"/>
            <a:ext cx="310896" cy="31089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682496" y="1508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18" name="Shape 12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19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2839212"/>
            <a:ext cx="310896" cy="310896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682496" y="2651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1" name="Shape 14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2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3982212"/>
            <a:ext cx="310896" cy="310896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682496" y="3794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F2937"/>
      </a:dk1>
      <a:lt1>
        <a:srgbClr val="F7F3EF"/>
      </a:lt1>
      <a:dk2>
        <a:srgbClr val="57534E"/>
      </a:dk2>
      <a:lt2>
        <a:srgbClr val="FFFBF5"/>
      </a:lt2>
      <a:accent1>
        <a:srgbClr val="B45309"/>
      </a:accent1>
      <a:accent2>
        <a:srgbClr val="FCD34D"/>
      </a:accent2>
      <a:accent3>
        <a:srgbClr val="B45309"/>
      </a:accent3>
      <a:accent4>
        <a:srgbClr val="57534E"/>
      </a:accent4>
      <a:accent5>
        <a:srgbClr val="E7D8C9"/>
      </a:accent5>
      <a:accent6>
        <a:srgbClr val="1F2937"/>
      </a:accent6>
      <a:hlink>
        <a:srgbClr val="B45309"/>
      </a:hlink>
      <a:folHlink>
        <a:srgbClr val="FCD34D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Composition Grammar QA</dc:title>
  <dc:subject>Generated from Markdown through Presentation IR and Layout IR</dc:subject>
  <dc:creator>mdpresent</dc:creator>
  <cp:lastModifiedBy>mdpresent</cp:lastModifiedBy>
  <cp:revision>1</cp:revision>
  <dcterms:created xsi:type="dcterms:W3CDTF">2026-06-20T13:07:43Z</dcterms:created>
  <dcterms:modified xsi:type="dcterms:W3CDTF">2026-06-20T13:07:43Z</dcterms:modified>
</cp:coreProperties>
</file>