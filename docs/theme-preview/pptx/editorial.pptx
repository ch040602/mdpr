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3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Coverage</c:v>
                </c:pt>
              </c:strCache>
            </c:strRef>
          </c:tx>
          <c:spPr>
            <a:solidFill>
              <a:srgbClr val="B4530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92</c:v>
                </c:pt>
                <c:pt idx="1">
                  <c:v>88</c:v>
                </c:pt>
                <c:pt idx="2">
                  <c:v>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Defects</c:v>
                </c:pt>
              </c:strCache>
            </c:strRef>
          </c:tx>
          <c:spPr>
            <a:solidFill>
              <a:srgbClr val="FCD3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</c:v>
                </c:pt>
                <c:pt idx="1">
                  <c:v>5</c:v>
                </c:pt>
                <c:pt idx="2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937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7D8C9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7534E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7534E"/>
              </a:solidFill>
              <a:latin typeface="Pretendard"/>
              <a:cs typeface="Pretendar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image" Target="../media/image-4-3.png"/><Relationship Id="rId4" Type="http://schemas.openxmlformats.org/officeDocument/2006/relationships/image" Target="../media/image-4-4.svg"/><Relationship Id="rId5" Type="http://schemas.openxmlformats.org/officeDocument/2006/relationships/image" Target="../media/image-4-5.png"/><Relationship Id="rId6" Type="http://schemas.openxmlformats.org/officeDocument/2006/relationships/image" Target="../media/image-4-6.svg"/><Relationship Id="rId7" Type="http://schemas.openxmlformats.org/officeDocument/2006/relationships/image" Target="../media/image-4-7.png"/><Relationship Id="rId8" Type="http://schemas.openxmlformats.org/officeDocument/2006/relationships/image" Target="../media/image-4-8.svg"/><Relationship Id="rId9" Type="http://schemas.openxmlformats.org/officeDocument/2006/relationships/image" Target="../media/image-4-9.png"/><Relationship Id="rId10" Type="http://schemas.openxmlformats.org/officeDocument/2006/relationships/image" Target="../media/image-4-10.svg"/><Relationship Id="rId11" Type="http://schemas.openxmlformats.org/officeDocument/2006/relationships/image" Target="../media/image-4-11.png"/><Relationship Id="rId12" Type="http://schemas.openxmlformats.org/officeDocument/2006/relationships/image" Target="../media/image-4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image" Target="../media/image-6-3.png"/><Relationship Id="rId4" Type="http://schemas.openxmlformats.org/officeDocument/2006/relationships/image" Target="../media/image-6-4.svg"/><Relationship Id="rId5" Type="http://schemas.openxmlformats.org/officeDocument/2006/relationships/image" Target="../media/image-6-5.png"/><Relationship Id="rId6" Type="http://schemas.openxmlformats.org/officeDocument/2006/relationships/image" Target="../media/image-6-6.svg"/><Relationship Id="rId7" Type="http://schemas.openxmlformats.org/officeDocument/2006/relationships/image" Target="../media/image-6-7.png"/><Relationship Id="rId8" Type="http://schemas.openxmlformats.org/officeDocument/2006/relationships/image" Target="../media/image-6-8.svg"/><Relationship Id="rId9" Type="http://schemas.openxmlformats.org/officeDocument/2006/relationships/image" Target="../media/image-6-9.png"/><Relationship Id="rId10" Type="http://schemas.openxmlformats.org/officeDocument/2006/relationships/image" Target="../media/image-6-10.svg"/><Relationship Id="rId11" Type="http://schemas.openxmlformats.org/officeDocument/2006/relationships/image" Target="../media/image-6-11.png"/><Relationship Id="rId12" Type="http://schemas.openxmlformats.org/officeDocument/2006/relationships/image" Target="../media/image-6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svg"/><Relationship Id="rId3" Type="http://schemas.openxmlformats.org/officeDocument/2006/relationships/image" Target="../media/image-8-3.png"/><Relationship Id="rId4" Type="http://schemas.openxmlformats.org/officeDocument/2006/relationships/image" Target="../media/image-8-4.svg"/><Relationship Id="rId5" Type="http://schemas.openxmlformats.org/officeDocument/2006/relationships/image" Target="../media/image-8-5.png"/><Relationship Id="rId6" Type="http://schemas.openxmlformats.org/officeDocument/2006/relationships/image" Target="../media/image-8-6.svg"/><Relationship Id="rId7" Type="http://schemas.openxmlformats.org/officeDocument/2006/relationships/image" Target="../media/image-8-7.png"/><Relationship Id="rId8" Type="http://schemas.openxmlformats.org/officeDocument/2006/relationships/image" Target="../media/image-8-8.svg"/><Relationship Id="rId9" Type="http://schemas.openxmlformats.org/officeDocument/2006/relationships/image" Target="../media/image-8-9.png"/><Relationship Id="rId10" Type="http://schemas.openxmlformats.org/officeDocument/2006/relationships/image" Target="../media/image-8-10.svg"/><Relationship Id="rId11" Type="http://schemas.openxmlformats.org/officeDocument/2006/relationships/image" Target="../media/image-8-11.png"/><Relationship Id="rId12" Type="http://schemas.openxmlformats.org/officeDocument/2006/relationships/image" Target="../media/image-8-12.svg"/><Relationship Id="rId13" Type="http://schemas.openxmlformats.org/officeDocument/2006/relationships/image" Target="../media/image-8-13.png"/><Relationship Id="rId14" Type="http://schemas.openxmlformats.org/officeDocument/2006/relationships/image" Target="../media/image-8-14.svg"/><Relationship Id="rId15" Type="http://schemas.openxmlformats.org/officeDocument/2006/relationships/image" Target="../media/image-8-15.png"/><Relationship Id="rId16" Type="http://schemas.openxmlformats.org/officeDocument/2006/relationships/image" Target="../media/image-8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3.xml"/><Relationship Id="rId1" Type="http://schemas.openxmlformats.org/officeDocument/2006/relationships/image" Target="../media/image-11-1.png"/><Relationship Id="rId2" Type="http://schemas.openxmlformats.org/officeDocument/2006/relationships/image" Target="../media/image-11-2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image" Target="../media/image-17-3.png"/><Relationship Id="rId4" Type="http://schemas.openxmlformats.org/officeDocument/2006/relationships/image" Target="../media/image-17-4.svg"/><Relationship Id="rId5" Type="http://schemas.openxmlformats.org/officeDocument/2006/relationships/image" Target="../media/image-17-5.png"/><Relationship Id="rId6" Type="http://schemas.openxmlformats.org/officeDocument/2006/relationships/image" Target="../media/image-17-6.svg"/><Relationship Id="rId7" Type="http://schemas.openxmlformats.org/officeDocument/2006/relationships/image" Target="../media/image-17-7.png"/><Relationship Id="rId8" Type="http://schemas.openxmlformats.org/officeDocument/2006/relationships/image" Target="../media/image-17-8.svg"/><Relationship Id="rId9" Type="http://schemas.openxmlformats.org/officeDocument/2006/relationships/image" Target="../media/image-17-9.png"/><Relationship Id="rId10" Type="http://schemas.openxmlformats.org/officeDocument/2006/relationships/image" Target="../media/image-17-10.svg"/><Relationship Id="rId11" Type="http://schemas.openxmlformats.org/officeDocument/2006/relationships/image" Target="../media/image-17-11.png"/><Relationship Id="rId12" Type="http://schemas.openxmlformats.org/officeDocument/2006/relationships/image" Target="../media/image-17-12.svg"/><Relationship Id="rId13" Type="http://schemas.openxmlformats.org/officeDocument/2006/relationships/image" Target="../media/image-17-13.png"/><Relationship Id="rId14" Type="http://schemas.openxmlformats.org/officeDocument/2006/relationships/image" Target="../media/image-17-14.svg"/><Relationship Id="rId15" Type="http://schemas.openxmlformats.org/officeDocument/2006/relationships/image" Target="../media/image-17-15.png"/><Relationship Id="rId16" Type="http://schemas.openxmlformats.org/officeDocument/2006/relationships/image" Target="../media/image-17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svg"/><Relationship Id="rId3" Type="http://schemas.openxmlformats.org/officeDocument/2006/relationships/image" Target="../media/image-18-3.png"/><Relationship Id="rId4" Type="http://schemas.openxmlformats.org/officeDocument/2006/relationships/image" Target="../media/image-18-4.svg"/><Relationship Id="rId5" Type="http://schemas.openxmlformats.org/officeDocument/2006/relationships/image" Target="../media/image-18-5.png"/><Relationship Id="rId6" Type="http://schemas.openxmlformats.org/officeDocument/2006/relationships/image" Target="../media/image-18-6.svg"/><Relationship Id="rId7" Type="http://schemas.openxmlformats.org/officeDocument/2006/relationships/image" Target="../media/image-18-7.png"/><Relationship Id="rId8" Type="http://schemas.openxmlformats.org/officeDocument/2006/relationships/image" Target="../media/image-18-8.svg"/><Relationship Id="rId9" Type="http://schemas.openxmlformats.org/officeDocument/2006/relationships/image" Target="../media/image-18-9.png"/><Relationship Id="rId10" Type="http://schemas.openxmlformats.org/officeDocument/2006/relationships/image" Target="../media/image-18-10.svg"/><Relationship Id="rId11" Type="http://schemas.openxmlformats.org/officeDocument/2006/relationships/image" Target="../media/image-18-11.png"/><Relationship Id="rId12" Type="http://schemas.openxmlformats.org/officeDocument/2006/relationships/image" Target="../media/image-18-12.svg"/><Relationship Id="rId13" Type="http://schemas.openxmlformats.org/officeDocument/2006/relationships/image" Target="../media/image-18-13.png"/><Relationship Id="rId14" Type="http://schemas.openxmlformats.org/officeDocument/2006/relationships/image" Target="../media/image-18-14.svg"/><Relationship Id="rId15" Type="http://schemas.openxmlformats.org/officeDocument/2006/relationships/image" Target="../media/image-18-15.png"/><Relationship Id="rId16" Type="http://schemas.openxmlformats.org/officeDocument/2006/relationships/image" Target="../media/image-18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svg"/><Relationship Id="rId3" Type="http://schemas.openxmlformats.org/officeDocument/2006/relationships/image" Target="../media/image-19-3.png"/><Relationship Id="rId4" Type="http://schemas.openxmlformats.org/officeDocument/2006/relationships/image" Target="../media/image-19-4.svg"/><Relationship Id="rId5" Type="http://schemas.openxmlformats.org/officeDocument/2006/relationships/image" Target="../media/image-19-5.png"/><Relationship Id="rId6" Type="http://schemas.openxmlformats.org/officeDocument/2006/relationships/image" Target="../media/image-19-6.svg"/><Relationship Id="rId7" Type="http://schemas.openxmlformats.org/officeDocument/2006/relationships/image" Target="../media/image-19-7.png"/><Relationship Id="rId8" Type="http://schemas.openxmlformats.org/officeDocument/2006/relationships/image" Target="../media/image-19-8.svg"/><Relationship Id="rId9" Type="http://schemas.openxmlformats.org/officeDocument/2006/relationships/image" Target="../media/image-19-9.png"/><Relationship Id="rId10" Type="http://schemas.openxmlformats.org/officeDocument/2006/relationships/image" Target="../media/image-19-10.svg"/><Relationship Id="rId11" Type="http://schemas.openxmlformats.org/officeDocument/2006/relationships/image" Target="../media/image-19-11.png"/><Relationship Id="rId12" Type="http://schemas.openxmlformats.org/officeDocument/2006/relationships/image" Target="../media/image-19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B4530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5806440"/>
            <a:ext cx="12191695" cy="1051560"/>
          </a:xfrm>
          <a:prstGeom prst="rect">
            <a:avLst/>
          </a:prstGeom>
          <a:solidFill>
            <a:srgbClr val="FCD34D">
              <a:alpha val="92000"/>
            </a:srgbClr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5559552"/>
            <a:ext cx="3749040" cy="731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Composition Grammar QA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188720"/>
            <a:ext cx="10515600" cy="457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6199632"/>
            <a:ext cx="2011680" cy="45720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080760" y="1389888"/>
            <a:ext cx="22860" cy="4663440"/>
          </a:xfrm>
          <a:prstGeom prst="rect">
            <a:avLst/>
          </a:prstGeom>
          <a:solidFill>
            <a:srgbClr val="E7D8C9">
              <a:alpha val="90000"/>
            </a:srgbClr>
          </a:solidFill>
          <a:ln w="12700">
            <a:solidFill>
              <a:srgbClr val="E7D8C9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389888"/>
            <a:ext cx="73152" cy="658368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2194560"/>
            <a:ext cx="73152" cy="658368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2990088"/>
            <a:ext cx="73152" cy="658368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3794760"/>
            <a:ext cx="73152" cy="658368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4599432"/>
            <a:ext cx="73152" cy="658368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5394960"/>
            <a:ext cx="73152" cy="658368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72784" y="1389888"/>
            <a:ext cx="73152" cy="658368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72784" y="2194560"/>
            <a:ext cx="73152" cy="658368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72784" y="2990088"/>
            <a:ext cx="73152" cy="658368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72784" y="3794760"/>
            <a:ext cx="73152" cy="658368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72784" y="4599432"/>
            <a:ext cx="73152" cy="658368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72784" y="5394960"/>
            <a:ext cx="73152" cy="658368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목차</a:t>
            </a:r>
            <a:endParaRPr lang="en-US" sz="3800" dirty="0"/>
          </a:p>
        </p:txBody>
      </p:sp>
      <p:sp>
        <p:nvSpPr>
          <p:cNvPr id="21" name="Text 19"/>
          <p:cNvSpPr txBox="1"/>
          <p:nvPr/>
        </p:nvSpPr>
        <p:spPr>
          <a:xfrm>
            <a:off x="1042416" y="1481328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Preview Purpose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1042416" y="22860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Composition Contract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1042416" y="3081528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Style Families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1042416" y="38862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Semantic Blocks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1042416" y="4690872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Pipeline Diagram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1042416" y="54864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Table Coherence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6492240" y="1481328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Chart and Table Pair</a:t>
            </a:r>
            <a:endParaRPr lang="en-US" sz="1800" dirty="0"/>
          </a:p>
        </p:txBody>
      </p:sp>
      <p:sp>
        <p:nvSpPr>
          <p:cNvPr id="28" name="Text 26"/>
          <p:cNvSpPr txBox="1"/>
          <p:nvPr/>
        </p:nvSpPr>
        <p:spPr>
          <a:xfrm>
            <a:off x="6492240" y="22860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Editable Proof Objects</a:t>
            </a:r>
            <a:endParaRPr lang="en-US" sz="1800" dirty="0"/>
          </a:p>
        </p:txBody>
      </p:sp>
      <p:sp>
        <p:nvSpPr>
          <p:cNvPr id="29" name="Text 27"/>
          <p:cNvSpPr txBox="1"/>
          <p:nvPr/>
        </p:nvSpPr>
        <p:spPr>
          <a:xfrm>
            <a:off x="6492240" y="3081528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Object Shape Grammar</a:t>
            </a:r>
            <a:endParaRPr lang="en-US" sz="1800" dirty="0"/>
          </a:p>
        </p:txBody>
      </p:sp>
      <p:sp>
        <p:nvSpPr>
          <p:cNvPr id="30" name="Text 28"/>
          <p:cNvSpPr txBox="1"/>
          <p:nvPr/>
        </p:nvSpPr>
        <p:spPr>
          <a:xfrm>
            <a:off x="6492240" y="38862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Icon and Text Aside</a:t>
            </a:r>
            <a:endParaRPr lang="en-US" sz="1800" dirty="0"/>
          </a:p>
        </p:txBody>
      </p:sp>
      <p:sp>
        <p:nvSpPr>
          <p:cNvPr id="31" name="Text 29"/>
          <p:cNvSpPr txBox="1"/>
          <p:nvPr/>
        </p:nvSpPr>
        <p:spPr>
          <a:xfrm>
            <a:off x="6492240" y="4690872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Overflow Guard</a:t>
            </a:r>
            <a:endParaRPr lang="en-US" sz="1800" dirty="0"/>
          </a:p>
        </p:txBody>
      </p:sp>
      <p:sp>
        <p:nvSpPr>
          <p:cNvPr id="32" name="Text 30"/>
          <p:cNvSpPr txBox="1"/>
          <p:nvPr/>
        </p:nvSpPr>
        <p:spPr>
          <a:xfrm>
            <a:off x="6492240" y="54864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Actions Output Review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3063240"/>
            <a:ext cx="10241280" cy="7315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132588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914400" y="1417320"/>
            <a:ext cx="10241280" cy="1325880"/>
          </a:xfrm>
          <a:prstGeom prst="rect">
            <a:avLst/>
          </a:prstGeom>
          <a:solidFill>
            <a:srgbClr val="FFFBF5">
              <a:alpha val="0"/>
            </a:srgbClr>
          </a:solidFill>
          <a:ln w="12700">
            <a:solidFill>
              <a:srgbClr val="E7D8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1046988" y="1549908"/>
            <a:ext cx="73152" cy="1060704"/>
          </a:xfrm>
          <a:prstGeom prst="roundRect">
            <a:avLst>
              <a:gd name="adj" fmla="val 25000"/>
            </a:avLst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Preview Purpose</a:t>
            </a:r>
            <a:endParaRPr lang="en-US" sz="3400" dirty="0"/>
          </a:p>
        </p:txBody>
      </p:sp>
      <p:sp>
        <p:nvSpPr>
          <p:cNvPr id="10" name="Text 7"/>
          <p:cNvSpPr txBox="1"/>
          <p:nvPr/>
        </p:nvSpPr>
        <p:spPr>
          <a:xfrm>
            <a:off x="1298448" y="1545336"/>
            <a:ext cx="9637776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Generated decks must prove hierarchy, evidence, and object grammar before decoration.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987552" y="3172968"/>
            <a:ext cx="10094976" cy="24780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Fixture type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Actions theme preview source.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Source shape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bullets, bounded tables, and one-slide diagrams.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Review target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readable, coherent, composition-aware output.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FCD34D">
              <a:alpha val="80000"/>
            </a:srgbClr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BF5">
              <a:alpha val="0"/>
            </a:srgbClr>
          </a:solidFill>
          <a:ln w="12700">
            <a:solidFill>
              <a:srgbClr val="E7D8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BF5">
              <a:alpha val="0"/>
            </a:srgbClr>
          </a:solidFill>
          <a:ln w="12700">
            <a:solidFill>
              <a:srgbClr val="E7D8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BF5">
              <a:alpha val="0"/>
            </a:srgbClr>
          </a:solidFill>
          <a:ln w="12700">
            <a:solidFill>
              <a:srgbClr val="E7D8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5" name="Text 1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</a:t>
            </a:r>
            <a:endParaRPr lang="en-US" sz="3400" dirty="0"/>
          </a:p>
        </p:txBody>
      </p:sp>
      <p:sp>
        <p:nvSpPr>
          <p:cNvPr id="16" name="Shape 11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7F3EF"/>
          </a:solidFill>
          <a:ln w="12700">
            <a:solidFill>
              <a:srgbClr val="E7D8C9"/>
            </a:solidFill>
            <a:prstDash val="solid"/>
          </a:ln>
        </p:spPr>
      </p:sp>
      <p:pic>
        <p:nvPicPr>
          <p:cNvPr id="17" name="Image 3" descr="flow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699321" y="195754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 signal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title scale and first-viewport identity.</a:t>
            </a:r>
            <a:endParaRPr lang="en-US" sz="2200" dirty="0"/>
          </a:p>
        </p:txBody>
      </p:sp>
      <p:sp>
        <p:nvSpPr>
          <p:cNvPr id="19" name="Shape 13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7F3EF"/>
          </a:solidFill>
          <a:ln w="12700">
            <a:solidFill>
              <a:srgbClr val="E7D8C9"/>
            </a:solidFill>
            <a:prstDash val="solid"/>
          </a:ln>
        </p:spPr>
      </p:sp>
      <p:pic>
        <p:nvPicPr>
          <p:cNvPr id="20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699321" y="328342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 rhythm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chart, table, and proof objects stay connected.</a:t>
            </a:r>
            <a:endParaRPr lang="en-US" sz="2200" dirty="0"/>
          </a:p>
        </p:txBody>
      </p:sp>
      <p:sp>
        <p:nvSpPr>
          <p:cNvPr id="22" name="Shape 15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7F3EF"/>
          </a:solidFill>
          <a:ln w="12700">
            <a:solidFill>
              <a:srgbClr val="E7D8C9"/>
            </a:solidFill>
            <a:prstDash val="solid"/>
          </a:ln>
        </p:spPr>
      </p:sp>
      <p:pic>
        <p:nvPicPr>
          <p:cNvPr id="23" name="Image 5" descr="spark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1699321" y="4600164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cards, tickets, flags, and panels vary coherently.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 (Cont. 2/2)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Connector clarity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arrows attach to object boundaries.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discipline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no region exceeds the slide.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FCD34D">
              <a:alpha val="80000"/>
            </a:srgbClr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BF5">
              <a:alpha val="0"/>
            </a:srgbClr>
          </a:solidFill>
          <a:ln w="12700">
            <a:solidFill>
              <a:srgbClr val="E7D8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BF5">
              <a:alpha val="0"/>
            </a:srgbClr>
          </a:solidFill>
          <a:ln w="12700">
            <a:solidFill>
              <a:srgbClr val="E7D8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BF5">
              <a:alpha val="0"/>
            </a:srgbClr>
          </a:solidFill>
          <a:ln w="12700">
            <a:solidFill>
              <a:srgbClr val="E7D8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5" name="Text 1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Style Families</a:t>
            </a:r>
            <a:endParaRPr lang="en-US" sz="3400" dirty="0"/>
          </a:p>
        </p:txBody>
      </p:sp>
      <p:sp>
        <p:nvSpPr>
          <p:cNvPr id="16" name="Shape 11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7F3EF"/>
          </a:solidFill>
          <a:ln w="12700">
            <a:solidFill>
              <a:srgbClr val="E7D8C9"/>
            </a:solidFill>
            <a:prstDash val="solid"/>
          </a:ln>
        </p:spPr>
      </p:sp>
      <p:pic>
        <p:nvPicPr>
          <p:cNvPr id="17" name="Image 3" descr="flow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699321" y="195754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 / minimalism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restrained structural baselines.</a:t>
            </a:r>
            <a:endParaRPr lang="en-US" sz="2200" dirty="0"/>
          </a:p>
        </p:txBody>
      </p:sp>
      <p:sp>
        <p:nvSpPr>
          <p:cNvPr id="19" name="Shape 13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7F3EF"/>
          </a:solidFill>
          <a:ln w="12700">
            <a:solidFill>
              <a:srgbClr val="E7D8C9"/>
            </a:solidFill>
            <a:prstDash val="solid"/>
          </a:ln>
        </p:spPr>
      </p:sp>
      <p:pic>
        <p:nvPicPr>
          <p:cNvPr id="20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699321" y="328342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Executive / technical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structured operational hierarchy.</a:t>
            </a:r>
            <a:endParaRPr lang="en-US" sz="2200" dirty="0"/>
          </a:p>
        </p:txBody>
      </p:sp>
      <p:sp>
        <p:nvSpPr>
          <p:cNvPr id="22" name="Shape 15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7F3EF"/>
          </a:solidFill>
          <a:ln w="12700">
            <a:solidFill>
              <a:srgbClr val="E7D8C9"/>
            </a:solidFill>
            <a:prstDash val="solid"/>
          </a:ln>
        </p:spPr>
      </p:sp>
      <p:pic>
        <p:nvPicPr>
          <p:cNvPr id="23" name="Image 5" descr="spark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1699321" y="4600164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Editorial / magazine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warmer page rhythm.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Style Families (Cont. 2/2)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Minimalism / newmorphism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sparse or softly raised surfaces.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Glass / grid / data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distinct surface and background grammar.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BF5">
              <a:alpha val="0"/>
            </a:srgbClr>
          </a:solidFill>
          <a:ln w="12700">
            <a:solidFill>
              <a:srgbClr val="E7D8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BF5">
              <a:alpha val="0"/>
            </a:srgbClr>
          </a:solidFill>
          <a:ln w="12700">
            <a:solidFill>
              <a:srgbClr val="E7D8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BF5">
              <a:alpha val="0"/>
            </a:srgbClr>
          </a:solidFill>
          <a:ln w="12700">
            <a:solidFill>
              <a:srgbClr val="E7D8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BF5">
              <a:alpha val="0"/>
            </a:srgbClr>
          </a:solidFill>
          <a:ln w="12700">
            <a:solidFill>
              <a:srgbClr val="E7D8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7" name="Text 1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</a:t>
            </a:r>
            <a:endParaRPr lang="en-US" sz="3400" dirty="0"/>
          </a:p>
        </p:txBody>
      </p:sp>
      <p:sp>
        <p:nvSpPr>
          <p:cNvPr id="18" name="Shape 12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7F3EF"/>
          </a:solidFill>
          <a:ln w="12700">
            <a:solidFill>
              <a:srgbClr val="E7D8C9"/>
            </a:solidFill>
            <a:prstDash val="solid"/>
          </a:ln>
        </p:spPr>
      </p:sp>
      <p:pic>
        <p:nvPicPr>
          <p:cNvPr id="19" name="Image 4" descr="flow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Headings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stable slide boundaries.</a:t>
            </a:r>
            <a:endParaRPr lang="en-US" sz="2200" dirty="0"/>
          </a:p>
        </p:txBody>
      </p:sp>
      <p:sp>
        <p:nvSpPr>
          <p:cNvPr id="21" name="Shape 14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7F3EF"/>
          </a:solidFill>
          <a:ln w="12700">
            <a:solidFill>
              <a:srgbClr val="E7D8C9"/>
            </a:solidFill>
            <a:prstDash val="solid"/>
          </a:ln>
        </p:spPr>
      </p:sp>
      <p:pic>
        <p:nvPicPr>
          <p:cNvPr id="22" name="Image 5" descr="verified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Lists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ordered and unordered structure.</a:t>
            </a:r>
            <a:endParaRPr lang="en-US" sz="2200" dirty="0"/>
          </a:p>
        </p:txBody>
      </p:sp>
      <p:sp>
        <p:nvSpPr>
          <p:cNvPr id="24" name="Shape 16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7F3EF"/>
          </a:solidFill>
          <a:ln w="12700">
            <a:solidFill>
              <a:srgbClr val="E7D8C9"/>
            </a:solidFill>
            <a:prstDash val="solid"/>
          </a:ln>
        </p:spPr>
      </p:sp>
      <p:pic>
        <p:nvPicPr>
          <p:cNvPr id="25" name="Image 6" descr="spark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6" name="Text 17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Constraint: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Indented description lines stay under the bold label.</a:t>
            </a:r>
            <a:endParaRPr lang="en-US" sz="2200" dirty="0"/>
          </a:p>
        </p:txBody>
      </p:sp>
      <p:sp>
        <p:nvSpPr>
          <p:cNvPr id="27" name="Shape 18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7F3EF"/>
          </a:solidFill>
          <a:ln w="12700">
            <a:solidFill>
              <a:srgbClr val="E7D8C9"/>
            </a:solidFill>
            <a:prstDash val="solid"/>
          </a:ln>
        </p:spPr>
      </p:sp>
      <p:pic>
        <p:nvPicPr>
          <p:cNvPr id="28" name="Image 7" descr="chart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29" name="Text 19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Emphasis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bold and italic remain editable.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4002024" y="3095244"/>
            <a:ext cx="457200" cy="0"/>
          </a:xfrm>
          <a:prstGeom prst="line">
            <a:avLst/>
          </a:prstGeom>
          <a:noFill/>
          <a:ln w="12700">
            <a:solidFill>
              <a:srgbClr val="B45309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7748016" y="3095244"/>
            <a:ext cx="457200" cy="0"/>
          </a:xfrm>
          <a:prstGeom prst="line">
            <a:avLst/>
          </a:prstGeom>
          <a:noFill/>
          <a:ln w="12700">
            <a:solidFill>
              <a:srgbClr val="B45309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9849612" y="3627791"/>
            <a:ext cx="0" cy="416235"/>
          </a:xfrm>
          <a:prstGeom prst="line">
            <a:avLst/>
          </a:prstGeom>
          <a:noFill/>
          <a:ln w="12700">
            <a:solidFill>
              <a:srgbClr val="B45309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7748016" y="4576572"/>
            <a:ext cx="457200" cy="0"/>
          </a:xfrm>
          <a:prstGeom prst="line">
            <a:avLst/>
          </a:prstGeom>
          <a:noFill/>
          <a:ln w="12700">
            <a:solidFill>
              <a:srgbClr val="B45309"/>
            </a:solidFill>
            <a:prstDash val="solid"/>
            <a:headEnd type="triangle"/>
          </a:ln>
        </p:spPr>
      </p:sp>
      <p:sp>
        <p:nvSpPr>
          <p:cNvPr id="10" name="Shape 8"/>
          <p:cNvSpPr/>
          <p:nvPr/>
        </p:nvSpPr>
        <p:spPr>
          <a:xfrm>
            <a:off x="4002024" y="4576572"/>
            <a:ext cx="457200" cy="0"/>
          </a:xfrm>
          <a:prstGeom prst="line">
            <a:avLst/>
          </a:prstGeom>
          <a:noFill/>
          <a:ln w="12700">
            <a:solidFill>
              <a:srgbClr val="B45309"/>
            </a:solidFill>
            <a:prstDash val="solid"/>
            <a:headEnd type="triangle"/>
          </a:ln>
        </p:spPr>
      </p:sp>
      <p:sp>
        <p:nvSpPr>
          <p:cNvPr id="11" name="Shape 9"/>
          <p:cNvSpPr/>
          <p:nvPr/>
        </p:nvSpPr>
        <p:spPr>
          <a:xfrm>
            <a:off x="640080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BF5"/>
          </a:solidFill>
          <a:ln w="12700">
            <a:solidFill>
              <a:srgbClr val="B45309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0080" y="2510028"/>
            <a:ext cx="3435096" cy="109728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04672" y="2907975"/>
            <a:ext cx="374538" cy="374538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04672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7F3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325514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 source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386072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BF5"/>
          </a:solidFill>
          <a:ln w="12700">
            <a:solidFill>
              <a:srgbClr val="B45309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386072" y="2510028"/>
            <a:ext cx="3435096" cy="109728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50664" y="2907975"/>
            <a:ext cx="374538" cy="374538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550664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7F3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5071506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 blocks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8132064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BF5"/>
          </a:solidFill>
          <a:ln w="12700">
            <a:solidFill>
              <a:srgbClr val="B45309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8132064" y="2510028"/>
            <a:ext cx="3435096" cy="109728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296656" y="2907975"/>
            <a:ext cx="374538" cy="374538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296656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7F3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8817498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slides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8132064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BF5"/>
          </a:solidFill>
          <a:ln w="12700">
            <a:solidFill>
              <a:srgbClr val="B45309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8132064" y="3991356"/>
            <a:ext cx="3435096" cy="109728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296656" y="4389303"/>
            <a:ext cx="374538" cy="374538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296656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7F3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8817498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objects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86072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BF5"/>
          </a:solidFill>
          <a:ln w="12700">
            <a:solidFill>
              <a:srgbClr val="B45309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4386072" y="3991356"/>
            <a:ext cx="3435096" cy="109728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550664" y="4389303"/>
            <a:ext cx="374538" cy="374538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550664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7F3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5071506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 overflow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640080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BF5"/>
          </a:solidFill>
          <a:ln w="12700">
            <a:solidFill>
              <a:srgbClr val="B45309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640080" y="3991356"/>
            <a:ext cx="3435096" cy="109728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04672" y="4389303"/>
            <a:ext cx="374538" cy="374538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804672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7F3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1325514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 PPTX HTML PDF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Coherence</a:t>
            </a:r>
            <a:endParaRPr lang="en-US" sz="3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63040"/>
          <a:ext cx="10241280" cy="448056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8961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4530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Renderer expectation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4530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QA signal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45309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Text box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editable, middle aligned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readable minimum size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F5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native table object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F5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header fill and cell padding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F5">
                        <a:alpha val="80000"/>
                      </a:srgbClr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Diagram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nodes and connectors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 clipped labels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F5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theme-colored data object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F5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contrast and value clarity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F5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1248" y="1517904"/>
            <a:ext cx="3822192" cy="7315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56048" y="1426464"/>
            <a:ext cx="6199632" cy="440740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956048" y="1426464"/>
            <a:ext cx="6199632" cy="4407408"/>
          </a:xfrm>
          <a:prstGeom prst="rect">
            <a:avLst/>
          </a:prstGeom>
          <a:solidFill>
            <a:srgbClr val="FFFBF5">
              <a:alpha val="0"/>
            </a:srgbClr>
          </a:solidFill>
          <a:ln w="12700">
            <a:solidFill>
              <a:srgbClr val="E7D8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</a:t>
            </a:r>
            <a:endParaRPr lang="en-US" sz="34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1627632"/>
            <a:ext cx="3675888" cy="40050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Numeric 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stay side by side.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Data density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values remain readable without shrinking below floor.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Comparison goal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coverage and defects are visible together.</a:t>
            </a:r>
            <a:endParaRPr lang="en-US" sz="220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5084064" y="1572768"/>
          <a:ext cx="59436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 (Cont. 2/2)</a:t>
            </a:r>
            <a:endParaRPr lang="en-US" sz="3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63040"/>
          <a:ext cx="10241280" cy="448056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1120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Stage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4530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Coverage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4530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Defects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45309"/>
                    </a:solidFill>
                  </a:tcPr>
                </a:tc>
              </a:tr>
              <a:tr h="11201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Parser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92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201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Layout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F5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88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F5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F5">
                        <a:alpha val="80000"/>
                      </a:srgbClr>
                    </a:solidFill>
                  </a:tcPr>
                </a:tc>
              </a:tr>
              <a:tr h="11201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PPTX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95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914400" y="1417320"/>
            <a:ext cx="10241280" cy="4343400"/>
          </a:xfrm>
          <a:prstGeom prst="rect">
            <a:avLst/>
          </a:prstGeom>
          <a:solidFill>
            <a:srgbClr val="FFFBF5">
              <a:alpha val="0"/>
            </a:srgbClr>
          </a:solidFill>
          <a:ln w="12700">
            <a:solidFill>
              <a:srgbClr val="E7D8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</a:t>
            </a:r>
            <a:endParaRPr lang="en-US" sz="3400" dirty="0"/>
          </a:p>
        </p:txBody>
      </p:sp>
      <p:sp>
        <p:nvSpPr>
          <p:cNvPr id="8" name="Shape 5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21540000"/>
              <a:gd name="adj3" fmla="val 12000"/>
            </a:avLst>
          </a:prstGeom>
          <a:solidFill>
            <a:srgbClr val="E7D8C9">
              <a:alpha val="82000"/>
            </a:srgbClr>
          </a:solidFill>
          <a:ln w="12700">
            <a:solidFill>
              <a:srgbClr val="E7D8C9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16200000"/>
              <a:gd name="adj2" fmla="val 21540000"/>
              <a:gd name="adj3" fmla="val 12000"/>
            </a:avLst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12780000"/>
              <a:gd name="adj3" fmla="val 12000"/>
            </a:avLst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514348" y="3049296"/>
            <a:ext cx="145278" cy="145278"/>
          </a:xfrm>
          <a:prstGeom prst="ellipse">
            <a:avLst/>
          </a:prstGeom>
          <a:solidFill>
            <a:srgbClr val="FCD34D"/>
          </a:solidFill>
          <a:ln w="12700">
            <a:solidFill>
              <a:srgbClr val="F7F3E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704039" y="2945647"/>
            <a:ext cx="1286745" cy="1286745"/>
          </a:xfrm>
          <a:prstGeom prst="ellipse">
            <a:avLst/>
          </a:prstGeom>
          <a:solidFill>
            <a:srgbClr val="F7F3EF"/>
          </a:solidFill>
          <a:ln w="12700">
            <a:solidFill>
              <a:srgbClr val="F7F3EF">
                <a:alpha val="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766300" y="3236203"/>
            <a:ext cx="1162221" cy="4980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84%</a:t>
            </a:r>
            <a:endParaRPr lang="en-US" sz="3000" dirty="0"/>
          </a:p>
        </p:txBody>
      </p:sp>
      <p:sp>
        <p:nvSpPr>
          <p:cNvPr id="14" name="Text 11"/>
          <p:cNvSpPr txBox="1"/>
          <p:nvPr/>
        </p:nvSpPr>
        <p:spPr>
          <a:xfrm>
            <a:off x="1683285" y="3755052"/>
            <a:ext cx="1328253" cy="3735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5753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Coverage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3796589" y="2567178"/>
            <a:ext cx="137160" cy="137160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025189" y="2416302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Validated 84%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3796589" y="3006090"/>
            <a:ext cx="137160" cy="137160"/>
          </a:xfrm>
          <a:prstGeom prst="ellipse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025189" y="2855214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5753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Remaining 16%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6658990" y="3835908"/>
            <a:ext cx="4051962" cy="256032"/>
          </a:xfrm>
          <a:prstGeom prst="roundRect">
            <a:avLst>
              <a:gd name="adj" fmla="val 28571"/>
            </a:avLst>
          </a:prstGeom>
          <a:solidFill>
            <a:srgbClr val="E7D8C9">
              <a:alpha val="85000"/>
            </a:srgbClr>
          </a:solidFill>
          <a:ln w="12700">
            <a:solidFill>
              <a:srgbClr val="E7D8C9">
                <a:alpha val="0"/>
              </a:srgbClr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658990" y="3835908"/>
            <a:ext cx="3687286" cy="256032"/>
          </a:xfrm>
          <a:prstGeom prst="roundRect">
            <a:avLst>
              <a:gd name="adj" fmla="val 28571"/>
            </a:avLst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10346276" y="3433572"/>
            <a:ext cx="0" cy="969264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0199972" y="3817620"/>
            <a:ext cx="292608" cy="292608"/>
          </a:xfrm>
          <a:prstGeom prst="ellipse">
            <a:avLst/>
          </a:prstGeom>
          <a:solidFill>
            <a:srgbClr val="F7F3EF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658990" y="3744468"/>
            <a:ext cx="0" cy="438912"/>
          </a:xfrm>
          <a:prstGeom prst="line">
            <a:avLst/>
          </a:prstGeom>
          <a:noFill/>
          <a:ln w="12700">
            <a:solidFill>
              <a:srgbClr val="E7D8C9">
                <a:alpha val="95000"/>
              </a:srgbClr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0710952" y="3744468"/>
            <a:ext cx="0" cy="438912"/>
          </a:xfrm>
          <a:prstGeom prst="line">
            <a:avLst/>
          </a:prstGeom>
          <a:noFill/>
          <a:ln w="12700">
            <a:solidFill>
              <a:srgbClr val="E7D8C9">
                <a:alpha val="9500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955618" y="2217420"/>
            <a:ext cx="14587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2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91%</a:t>
            </a:r>
            <a:endParaRPr lang="en-US" sz="3200" dirty="0"/>
          </a:p>
        </p:txBody>
      </p:sp>
      <p:sp>
        <p:nvSpPr>
          <p:cNvPr id="26" name="Text 23"/>
          <p:cNvSpPr txBox="1"/>
          <p:nvPr/>
        </p:nvSpPr>
        <p:spPr>
          <a:xfrm>
            <a:off x="6658990" y="4530852"/>
            <a:ext cx="405196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5753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Score · Readiness</a:t>
            </a:r>
            <a:endParaRPr lang="en-US" sz="1700" dirty="0"/>
          </a:p>
        </p:txBody>
      </p:sp>
      <p:sp>
        <p:nvSpPr>
          <p:cNvPr id="27" name="Text 24"/>
          <p:cNvSpPr txBox="1"/>
          <p:nvPr/>
        </p:nvSpPr>
        <p:spPr>
          <a:xfrm>
            <a:off x="6658990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753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10162312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753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914400" y="1417320"/>
            <a:ext cx="10241280" cy="4343400"/>
          </a:xfrm>
          <a:prstGeom prst="rect">
            <a:avLst/>
          </a:prstGeom>
          <a:solidFill>
            <a:srgbClr val="FFFBF5">
              <a:alpha val="0"/>
            </a:srgbClr>
          </a:solidFill>
          <a:ln w="12700">
            <a:solidFill>
              <a:srgbClr val="E7D8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 (Cont. 2/2)</a:t>
            </a:r>
            <a:endParaRPr lang="en-US" sz="3400" dirty="0"/>
          </a:p>
        </p:txBody>
      </p:sp>
      <p:sp>
        <p:nvSpPr>
          <p:cNvPr id="8" name="Shape 5"/>
          <p:cNvSpPr/>
          <p:nvPr/>
        </p:nvSpPr>
        <p:spPr>
          <a:xfrm>
            <a:off x="1078992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BF5"/>
          </a:solidFill>
          <a:ln w="12700">
            <a:solidFill>
              <a:srgbClr val="E7D8C9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280160" y="4347972"/>
            <a:ext cx="593815" cy="128016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261872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261872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30%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3628705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BF5"/>
          </a:solidFill>
          <a:ln w="12700">
            <a:solidFill>
              <a:srgbClr val="E7D8C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829873" y="4347972"/>
            <a:ext cx="1227218" cy="128016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811585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3811585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FCD34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62%</a:t>
            </a:r>
            <a:endParaRPr lang="en-US" sz="2800" dirty="0"/>
          </a:p>
        </p:txBody>
      </p:sp>
      <p:sp>
        <p:nvSpPr>
          <p:cNvPr id="16" name="Shape 13"/>
          <p:cNvSpPr/>
          <p:nvPr/>
        </p:nvSpPr>
        <p:spPr>
          <a:xfrm>
            <a:off x="6178418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BF5"/>
          </a:solidFill>
          <a:ln w="12700">
            <a:solidFill>
              <a:srgbClr val="E7D8C9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379586" y="4347972"/>
            <a:ext cx="1702270" cy="128016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361298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6361298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86%</a:t>
            </a:r>
            <a:endParaRPr lang="en-US" sz="2800" dirty="0"/>
          </a:p>
        </p:txBody>
      </p:sp>
      <p:sp>
        <p:nvSpPr>
          <p:cNvPr id="20" name="Shape 17"/>
          <p:cNvSpPr/>
          <p:nvPr/>
        </p:nvSpPr>
        <p:spPr>
          <a:xfrm>
            <a:off x="8728131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BF5"/>
          </a:solidFill>
          <a:ln w="12700">
            <a:solidFill>
              <a:srgbClr val="E7D8C9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929299" y="4347972"/>
            <a:ext cx="1860621" cy="128016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911011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Review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8911011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94%</a:t>
            </a:r>
            <a:endParaRPr lang="en-US" sz="2800" dirty="0"/>
          </a:p>
        </p:txBody>
      </p:sp>
      <p:sp>
        <p:nvSpPr>
          <p:cNvPr id="24" name="Shape 21"/>
          <p:cNvSpPr/>
          <p:nvPr/>
        </p:nvSpPr>
        <p:spPr>
          <a:xfrm>
            <a:off x="3285375" y="3589020"/>
            <a:ext cx="399904" cy="0"/>
          </a:xfrm>
          <a:prstGeom prst="line">
            <a:avLst/>
          </a:prstGeom>
          <a:noFill/>
          <a:ln w="12700">
            <a:solidFill>
              <a:srgbClr val="B45309"/>
            </a:solidFill>
            <a:prstDash val="solid"/>
            <a:tailEnd type="triangle"/>
          </a:ln>
        </p:spPr>
      </p:sp>
      <p:sp>
        <p:nvSpPr>
          <p:cNvPr id="25" name="Shape 22"/>
          <p:cNvSpPr/>
          <p:nvPr/>
        </p:nvSpPr>
        <p:spPr>
          <a:xfrm>
            <a:off x="5835088" y="3589020"/>
            <a:ext cx="399904" cy="0"/>
          </a:xfrm>
          <a:prstGeom prst="line">
            <a:avLst/>
          </a:prstGeom>
          <a:noFill/>
          <a:ln w="12700">
            <a:solidFill>
              <a:srgbClr val="B45309"/>
            </a:solidFill>
            <a:prstDash val="solid"/>
            <a:tailEnd type="triangle"/>
          </a:ln>
        </p:spPr>
      </p:sp>
      <p:sp>
        <p:nvSpPr>
          <p:cNvPr id="26" name="Shape 23"/>
          <p:cNvSpPr/>
          <p:nvPr/>
        </p:nvSpPr>
        <p:spPr>
          <a:xfrm>
            <a:off x="8384801" y="3589020"/>
            <a:ext cx="399904" cy="0"/>
          </a:xfrm>
          <a:prstGeom prst="line">
            <a:avLst/>
          </a:prstGeom>
          <a:noFill/>
          <a:ln w="12700">
            <a:solidFill>
              <a:srgbClr val="B45309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987552" y="1572768"/>
            <a:ext cx="10094976" cy="426110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Method flag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high-level step.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Ticket panel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document-like evidence.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Two-corner panel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linear grouping.</a:t>
            </a:r>
            <a:endParaRPr lang="en-US" sz="2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 (Cont. 2/2)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Notched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technical constraint or code-like object.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Rounded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neutral fallback surface.</a:t>
            </a:r>
            <a:endParaRPr lang="en-US" sz="2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BF5">
              <a:alpha val="0"/>
            </a:srgbClr>
          </a:solidFill>
          <a:ln w="12700">
            <a:solidFill>
              <a:srgbClr val="E7D8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BF5">
              <a:alpha val="0"/>
            </a:srgbClr>
          </a:solidFill>
          <a:ln w="12700">
            <a:solidFill>
              <a:srgbClr val="E7D8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BF5">
              <a:alpha val="0"/>
            </a:srgbClr>
          </a:solidFill>
          <a:ln w="12700">
            <a:solidFill>
              <a:srgbClr val="E7D8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BF5">
              <a:alpha val="0"/>
            </a:srgbClr>
          </a:solidFill>
          <a:ln w="12700">
            <a:solidFill>
              <a:srgbClr val="E7D8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7" name="Text 1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and Text Aside</a:t>
            </a:r>
            <a:endParaRPr lang="en-US" sz="3400" dirty="0"/>
          </a:p>
        </p:txBody>
      </p:sp>
      <p:sp>
        <p:nvSpPr>
          <p:cNvPr id="18" name="Shape 12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7F3EF"/>
          </a:solidFill>
          <a:ln w="12700">
            <a:solidFill>
              <a:srgbClr val="E7D8C9"/>
            </a:solidFill>
            <a:prstDash val="solid"/>
          </a:ln>
        </p:spPr>
      </p:sp>
      <p:pic>
        <p:nvPicPr>
          <p:cNvPr id="19" name="Image 4" descr="flow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quiet monochrome anchor.</a:t>
            </a:r>
            <a:endParaRPr lang="en-US" sz="2200" dirty="0"/>
          </a:p>
        </p:txBody>
      </p:sp>
      <p:sp>
        <p:nvSpPr>
          <p:cNvPr id="21" name="Shape 14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7F3EF"/>
          </a:solidFill>
          <a:ln w="12700">
            <a:solidFill>
              <a:srgbClr val="E7D8C9"/>
            </a:solidFill>
            <a:prstDash val="solid"/>
          </a:ln>
        </p:spPr>
      </p:sp>
      <p:pic>
        <p:nvPicPr>
          <p:cNvPr id="22" name="Image 5" descr="verified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scale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secondary to title and body text.</a:t>
            </a:r>
            <a:endParaRPr lang="en-US" sz="2200" dirty="0"/>
          </a:p>
        </p:txBody>
      </p:sp>
      <p:sp>
        <p:nvSpPr>
          <p:cNvPr id="24" name="Shape 16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7F3EF"/>
          </a:solidFill>
          <a:ln w="12700">
            <a:solidFill>
              <a:srgbClr val="E7D8C9"/>
            </a:solidFill>
            <a:prstDash val="solid"/>
          </a:ln>
        </p:spPr>
      </p:sp>
      <p:pic>
        <p:nvPicPr>
          <p:cNvPr id="25" name="Image 6" descr="spark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6" name="Text 17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Placement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never fills empty space alone.</a:t>
            </a:r>
            <a:endParaRPr lang="en-US" sz="2200" dirty="0"/>
          </a:p>
        </p:txBody>
      </p:sp>
      <p:sp>
        <p:nvSpPr>
          <p:cNvPr id="27" name="Shape 18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7F3EF"/>
          </a:solidFill>
          <a:ln w="12700">
            <a:solidFill>
              <a:srgbClr val="E7D8C9"/>
            </a:solidFill>
            <a:prstDash val="solid"/>
          </a:ln>
        </p:spPr>
      </p:sp>
      <p:pic>
        <p:nvPicPr>
          <p:cNvPr id="28" name="Image 7" descr="chart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29" name="Text 19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and text share a stable center line.</a:t>
            </a:r>
            <a:endParaRPr lang="en-US" sz="2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BF5">
              <a:alpha val="0"/>
            </a:srgbClr>
          </a:solidFill>
          <a:ln w="12700">
            <a:solidFill>
              <a:srgbClr val="E7D8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BF5">
              <a:alpha val="0"/>
            </a:srgbClr>
          </a:solidFill>
          <a:ln w="12700">
            <a:solidFill>
              <a:srgbClr val="E7D8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BF5">
              <a:alpha val="0"/>
            </a:srgbClr>
          </a:solidFill>
          <a:ln w="12700">
            <a:solidFill>
              <a:srgbClr val="E7D8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BF5">
              <a:alpha val="0"/>
            </a:srgbClr>
          </a:solidFill>
          <a:ln w="12700">
            <a:solidFill>
              <a:srgbClr val="E7D8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7" name="Text 1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Overflow Guard</a:t>
            </a:r>
            <a:endParaRPr lang="en-US" sz="3400" dirty="0"/>
          </a:p>
        </p:txBody>
      </p:sp>
      <p:sp>
        <p:nvSpPr>
          <p:cNvPr id="18" name="Shape 12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7F3EF"/>
          </a:solidFill>
          <a:ln w="12700">
            <a:solidFill>
              <a:srgbClr val="E7D8C9"/>
            </a:solidFill>
            <a:prstDash val="solid"/>
          </a:ln>
        </p:spPr>
      </p:sp>
      <p:pic>
        <p:nvPicPr>
          <p:cNvPr id="19" name="Image 4" descr="flow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fit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region bounds are validated before output.</a:t>
            </a:r>
            <a:endParaRPr lang="en-US" sz="2200" dirty="0"/>
          </a:p>
        </p:txBody>
      </p:sp>
      <p:sp>
        <p:nvSpPr>
          <p:cNvPr id="21" name="Shape 14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7F3EF"/>
          </a:solidFill>
          <a:ln w="12700">
            <a:solidFill>
              <a:srgbClr val="E7D8C9"/>
            </a:solidFill>
            <a:prstDash val="solid"/>
          </a:ln>
        </p:spPr>
      </p:sp>
      <p:pic>
        <p:nvPicPr>
          <p:cNvPr id="22" name="Image 5" descr="verified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cell text uses middle alignment and coherent margins.</a:t>
            </a:r>
            <a:endParaRPr lang="en-US" sz="2200" dirty="0"/>
          </a:p>
        </p:txBody>
      </p:sp>
      <p:sp>
        <p:nvSpPr>
          <p:cNvPr id="24" name="Shape 16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7F3EF"/>
          </a:solidFill>
          <a:ln w="12700">
            <a:solidFill>
              <a:srgbClr val="E7D8C9"/>
            </a:solidFill>
            <a:prstDash val="solid"/>
          </a:ln>
        </p:spPr>
      </p:sp>
      <p:pic>
        <p:nvPicPr>
          <p:cNvPr id="25" name="Image 6" descr="spark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6" name="Text 17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Continuation slides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dense content splits before unreadable shrink.</a:t>
            </a:r>
            <a:endParaRPr lang="en-US" sz="2200" dirty="0"/>
          </a:p>
        </p:txBody>
      </p:sp>
      <p:sp>
        <p:nvSpPr>
          <p:cNvPr id="27" name="Shape 18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7F3EF"/>
          </a:solidFill>
          <a:ln w="12700">
            <a:solidFill>
              <a:srgbClr val="E7D8C9"/>
            </a:solidFill>
            <a:prstDash val="solid"/>
          </a:ln>
        </p:spPr>
      </p:sp>
      <p:pic>
        <p:nvPicPr>
          <p:cNvPr id="28" name="Image 7" descr="chart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29" name="Text 19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Cleanup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decorative-only bullets and empty artifacts are removed.</a:t>
            </a:r>
            <a:endParaRPr lang="en-US" sz="2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FCD34D">
              <a:alpha val="80000"/>
            </a:srgbClr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BF5">
              <a:alpha val="0"/>
            </a:srgbClr>
          </a:solidFill>
          <a:ln w="12700">
            <a:solidFill>
              <a:srgbClr val="E7D8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BF5">
              <a:alpha val="0"/>
            </a:srgbClr>
          </a:solidFill>
          <a:ln w="12700">
            <a:solidFill>
              <a:srgbClr val="E7D8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BF5">
              <a:alpha val="0"/>
            </a:srgbClr>
          </a:solidFill>
          <a:ln w="12700">
            <a:solidFill>
              <a:srgbClr val="E7D8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5" name="Text 1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Actions Output Review</a:t>
            </a:r>
            <a:endParaRPr lang="en-US" sz="3400" dirty="0"/>
          </a:p>
        </p:txBody>
      </p:sp>
      <p:sp>
        <p:nvSpPr>
          <p:cNvPr id="16" name="Shape 11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7F3EF"/>
          </a:solidFill>
          <a:ln w="12700">
            <a:solidFill>
              <a:srgbClr val="E7D8C9"/>
            </a:solidFill>
            <a:prstDash val="solid"/>
          </a:ln>
        </p:spPr>
      </p:sp>
      <p:pic>
        <p:nvPicPr>
          <p:cNvPr id="17" name="Image 3" descr="flow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699321" y="195754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Workflow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Theme Preview builds this source across decoration styles.</a:t>
            </a:r>
            <a:endParaRPr lang="en-US" sz="2200" dirty="0"/>
          </a:p>
        </p:txBody>
      </p:sp>
      <p:sp>
        <p:nvSpPr>
          <p:cNvPr id="19" name="Shape 13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7F3EF"/>
          </a:solidFill>
          <a:ln w="12700">
            <a:solidFill>
              <a:srgbClr val="E7D8C9"/>
            </a:solidFill>
            <a:prstDash val="solid"/>
          </a:ln>
        </p:spPr>
      </p:sp>
      <p:pic>
        <p:nvPicPr>
          <p:cNvPr id="20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699321" y="328342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Gallery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Pages shows each styled deck and object-check slide.</a:t>
            </a:r>
            <a:endParaRPr lang="en-US" sz="2200" dirty="0"/>
          </a:p>
        </p:txBody>
      </p:sp>
      <p:sp>
        <p:nvSpPr>
          <p:cNvPr id="22" name="Shape 15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7F3EF"/>
          </a:solidFill>
          <a:ln w="12700">
            <a:solidFill>
              <a:srgbClr val="E7D8C9"/>
            </a:solidFill>
            <a:prstDash val="solid"/>
          </a:ln>
        </p:spPr>
      </p:sp>
      <p:pic>
        <p:nvPicPr>
          <p:cNvPr id="23" name="Image 5" descr="spark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1699321" y="4600164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Ownership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MDPR owns rendering; mdpr-skill may prepare hints.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F2937"/>
      </a:dk1>
      <a:lt1>
        <a:srgbClr val="F7F3EF"/>
      </a:lt1>
      <a:dk2>
        <a:srgbClr val="57534E"/>
      </a:dk2>
      <a:lt2>
        <a:srgbClr val="FFFBF5"/>
      </a:lt2>
      <a:accent1>
        <a:srgbClr val="B45309"/>
      </a:accent1>
      <a:accent2>
        <a:srgbClr val="FCD34D"/>
      </a:accent2>
      <a:accent3>
        <a:srgbClr val="B45309"/>
      </a:accent3>
      <a:accent4>
        <a:srgbClr val="57534E"/>
      </a:accent4>
      <a:accent5>
        <a:srgbClr val="E7D8C9"/>
      </a:accent5>
      <a:accent6>
        <a:srgbClr val="1F2937"/>
      </a:accent6>
      <a:hlink>
        <a:srgbClr val="B45309"/>
      </a:hlink>
      <a:folHlink>
        <a:srgbClr val="FCD34D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MDPR Composition Grammar QA</dc:title>
  <dc:subject>Generated from Markdown through Presentation IR and Layout IR</dc:subject>
  <dc:creator>mdpresent</dc:creator>
  <cp:lastModifiedBy>mdpresent</cp:lastModifiedBy>
  <cp:revision>1</cp:revision>
  <dcterms:created xsi:type="dcterms:W3CDTF">2026-06-20T14:03:19Z</dcterms:created>
  <dcterms:modified xsi:type="dcterms:W3CDTF">2026-06-20T14:03:19Z</dcterms:modified>
</cp:coreProperties>
</file>