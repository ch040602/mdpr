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CD3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7D8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453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CD34D">
              <a:alpha val="92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7D8C9">
              <a:alpha val="90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7D8C9">
              <a:alpha val="82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7F3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7D8C9">
              <a:alpha val="85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7F3E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CD3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7F3EF"/>
      </a:lt1>
      <a:dk2>
        <a:srgbClr val="57534E"/>
      </a:dk2>
      <a:lt2>
        <a:srgbClr val="FFFBF5"/>
      </a:lt2>
      <a:accent1>
        <a:srgbClr val="B45309"/>
      </a:accent1>
      <a:accent2>
        <a:srgbClr val="FCD34D"/>
      </a:accent2>
      <a:accent3>
        <a:srgbClr val="B45309"/>
      </a:accent3>
      <a:accent4>
        <a:srgbClr val="57534E"/>
      </a:accent4>
      <a:accent5>
        <a:srgbClr val="E7D8C9"/>
      </a:accent5>
      <a:accent6>
        <a:srgbClr val="1F2937"/>
      </a:accent6>
      <a:hlink>
        <a:srgbClr val="B45309"/>
      </a:hlink>
      <a:folHlink>
        <a:srgbClr val="FCD34D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2026-06-20T14:35:12Z</dcterms:created>
  <dcterms:modified xsi:type="dcterms:W3CDTF">2026-06-20T14:35:12Z</dcterms:modified>
</cp:coreProperties>
</file>