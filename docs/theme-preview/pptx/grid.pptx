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1118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8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6199632"/>
            <a:ext cx="201168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89888"/>
            <a:ext cx="22860" cy="4663440"/>
          </a:xfrm>
          <a:prstGeom prst="rect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389888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990088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7947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599432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3949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1389888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21945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2990088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37947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2784" y="4599432"/>
            <a:ext cx="73152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2784" y="53949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Preview Purpose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42416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Style Families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042416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42416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42416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Table Coherence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Chart and Table Pair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Editable Proof Objects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Object Shape Grammar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Icon and Text Aside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Overflow Guard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Actions Output 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11827">
              <a:alpha val="8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4" name="Shape 1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11827">
              <a:alpha val="8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24" name="Shape 1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/ minimalism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structural baselines.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25" name="Shape 19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31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2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34" name="Shape 25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BD5E1">
              <a:alpha val="82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CBD5E1">
              <a:alpha val="85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CBD5E1">
                <a:alpha val="9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CBD5E1">
                <a:alpha val="9500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6" name="Text 33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5" name="Shape 19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31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2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34" name="Shape 25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5" name="Shape 19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9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31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2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34" name="Shape 25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7086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335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8341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0834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3327" y="420624"/>
            <a:ext cx="0" cy="6053328"/>
          </a:xfrm>
          <a:prstGeom prst="line">
            <a:avLst/>
          </a:prstGeom>
          <a:noFill/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20624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3956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47288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960620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473952"/>
            <a:ext cx="10874959" cy="0"/>
          </a:xfrm>
          <a:prstGeom prst="line">
            <a:avLst/>
          </a:prstGeom>
          <a:noFill/>
          <a:ln w="12700">
            <a:solidFill>
              <a:srgbClr val="CBD5E1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0624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11827">
              <a:alpha val="8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4" name="Shape 1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1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FFFFF"/>
      </a:lt2>
      <a:accent1>
        <a:srgbClr val="DC2626"/>
      </a:accent1>
      <a:accent2>
        <a:srgbClr val="111827"/>
      </a:accent2>
      <a:accent3>
        <a:srgbClr val="DC2626"/>
      </a:accent3>
      <a:accent4>
        <a:srgbClr val="475569"/>
      </a:accent4>
      <a:accent5>
        <a:srgbClr val="CBD5E1"/>
      </a:accent5>
      <a:accent6>
        <a:srgbClr val="111827"/>
      </a:accent6>
      <a:hlink>
        <a:srgbClr val="DC2626"/>
      </a:hlink>
      <a:folHlink>
        <a:srgbClr val="111827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2026-06-20T14:15:53Z</dcterms:created>
  <dcterms:modified xsi:type="dcterms:W3CDTF">2026-06-20T14:15:53Z</dcterms:modified>
</cp:coreProperties>
</file>