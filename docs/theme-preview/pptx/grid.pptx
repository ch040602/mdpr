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8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CBD5E1">
              <a:alpha val="9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7" name="Shape 15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8" name="Shape 1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6" name="Text 3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8" name="Shape 1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4" name="Shape 3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DC2626"/>
      </a:accent1>
      <a:accent2>
        <a:srgbClr val="111827"/>
      </a:accent2>
      <a:accent3>
        <a:srgbClr val="DC2626"/>
      </a:accent3>
      <a:accent4>
        <a:srgbClr val="475569"/>
      </a:accent4>
      <a:accent5>
        <a:srgbClr val="CBD5E1"/>
      </a:accent5>
      <a:accent6>
        <a:srgbClr val="111827"/>
      </a:accent6>
      <a:hlink>
        <a:srgbClr val="DC2626"/>
      </a:hlink>
      <a:folHlink>
        <a:srgbClr val="111827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2026-06-20T14:27:46Z</dcterms:created>
  <dcterms:modified xsi:type="dcterms:W3CDTF">2026-06-20T14:27:46Z</dcterms:modified>
</cp:coreProperties>
</file>