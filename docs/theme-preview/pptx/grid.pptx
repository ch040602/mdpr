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8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6" name="Text 3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4" name="Shape 3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9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5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086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8335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5848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8341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20834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3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33327" y="420624"/>
            <a:ext cx="0" cy="6053328"/>
          </a:xfrm>
          <a:prstGeom prst="line">
            <a:avLst/>
          </a:prstGeom>
          <a:noFill/>
          <a:ln w="1270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420624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933956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447288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4960620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6473952"/>
            <a:ext cx="10874959" cy="0"/>
          </a:xfrm>
          <a:prstGeom prst="line">
            <a:avLst/>
          </a:prstGeom>
          <a:noFill/>
          <a:ln w="12700">
            <a:solidFill>
              <a:srgbClr val="CBD5E1">
                <a:alpha val="3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420624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DC2626"/>
      </a:accent1>
      <a:accent2>
        <a:srgbClr val="111827"/>
      </a:accent2>
      <a:accent3>
        <a:srgbClr val="DC2626"/>
      </a:accent3>
      <a:accent4>
        <a:srgbClr val="475569"/>
      </a:accent4>
      <a:accent5>
        <a:srgbClr val="CBD5E1"/>
      </a:accent5>
      <a:accent6>
        <a:srgbClr val="111827"/>
      </a:accent6>
      <a:hlink>
        <a:srgbClr val="DC2626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2026-06-20T14:52:19Z</dcterms:created>
  <dcterms:modified xsi:type="dcterms:W3CDTF">2026-06-20T14:52:19Z</dcterms:modified>
</cp:coreProperties>
</file>