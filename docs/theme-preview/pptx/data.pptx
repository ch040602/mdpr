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3415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62331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1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334155">
              <a:alpha val="82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334155">
              <a:alpha val="85000"/>
            </a:srgbClr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10182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334155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38BD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62331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334155">
              <a:alpha val="72000"/>
            </a:srgbClr>
          </a:solidFill>
          <a:ln w="12700">
            <a:solidFill>
              <a:srgbClr val="334155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334155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62331"/>
      </a:lt2>
      <a:accent1>
        <a:srgbClr val="F59E0B"/>
      </a:accent1>
      <a:accent2>
        <a:srgbClr val="38BDF8"/>
      </a:accent2>
      <a:accent3>
        <a:srgbClr val="F59E0B"/>
      </a:accent3>
      <a:accent4>
        <a:srgbClr val="CBD5E1"/>
      </a:accent4>
      <a:accent5>
        <a:srgbClr val="334155"/>
      </a:accent5>
      <a:accent6>
        <a:srgbClr val="F8FAFC"/>
      </a:accent6>
      <a:hlink>
        <a:srgbClr val="F59E0B"/>
      </a:hlink>
      <a:folHlink>
        <a:srgbClr val="38BDF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2026-06-20T13:08:27Z</dcterms:created>
  <dcterms:modified xsi:type="dcterms:W3CDTF">2026-06-20T13:08:27Z</dcterms:modified>
</cp:coreProperties>
</file>