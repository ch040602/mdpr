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93C5F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827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B5563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B5563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image" Target="../media/image-18-3.png"/><Relationship Id="rId4" Type="http://schemas.openxmlformats.org/officeDocument/2006/relationships/image" Target="../media/image-18-4.svg"/><Relationship Id="rId5" Type="http://schemas.openxmlformats.org/officeDocument/2006/relationships/image" Target="../media/image-18-5.png"/><Relationship Id="rId6" Type="http://schemas.openxmlformats.org/officeDocument/2006/relationships/image" Target="../media/image-18-6.svg"/><Relationship Id="rId7" Type="http://schemas.openxmlformats.org/officeDocument/2006/relationships/image" Target="../media/image-18-7.png"/><Relationship Id="rId8" Type="http://schemas.openxmlformats.org/officeDocument/2006/relationships/image" Target="../media/image-18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563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3C5FD"/>
          </a:solidFill>
          <a:ln w="12700">
            <a:solidFill>
              <a:srgbClr val="93C5F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Composition Grammar QA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987552" y="157276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192786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987552" y="228295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263804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987552" y="299313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334822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370332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987552" y="4058412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4413504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4768596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5123688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5478780"/>
            <a:ext cx="10094976" cy="35509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Preview Purpose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decks must prove hierarchy, evidence, and object grammar before decoration.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Fixture type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Actions theme preview source.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Source shape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bullets, bounded tables, and one-slide diagrams.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Review target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readable, coherent, composition-aware output.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93C5FD"/>
          </a:solidFill>
          <a:ln w="12700">
            <a:solidFill>
              <a:srgbClr val="93C5F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7" name="Image 0" descr="flow icon from tabler-icons (MIT)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0" name="Image 1" descr="verified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2" descr="spark icon from tabler-icons (MIT)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93C5FD"/>
          </a:solidFill>
          <a:ln w="12700">
            <a:solidFill>
              <a:srgbClr val="93C5F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7" name="Image 0" descr="flow icon from tabler-icons (MIT)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Plain / clean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low-decoration baselines.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0" name="Image 1" descr="verified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/ technical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structured operational hierarchy.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2" descr="spark icon from tabler-icons (MIT)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Editorial / magazine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warmer page rhythm.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Style Families (Cont. 2/2)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or softly raised surfaces.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Glass / grid / data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distinct surface and background grammar.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3C5FD"/>
          </a:solidFill>
          <a:ln w="12700">
            <a:solidFill>
              <a:srgbClr val="93C5F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3C5FD"/>
          </a:solidFill>
          <a:ln w="12700">
            <a:solidFill>
              <a:srgbClr val="93C5FD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flow icon from tabler-icons (MIT)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1" name="Image 1" descr="verified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2" descr="spark icon from tabler-icons (MIT)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3" descr="chart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4" name="Shape 2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7" name="Shape 5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headEnd type="triangle"/>
          </a:ln>
        </p:spPr>
      </p:sp>
      <p:sp>
        <p:nvSpPr>
          <p:cNvPr id="8" name="Shape 6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8961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QA signal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63040"/>
          <a:ext cx="10241280" cy="448056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201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563EB"/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201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200" b="1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2200" dirty="0">
                          <a:solidFill>
                            <a:srgbClr val="111827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2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E5E7EB">
              <a:alpha val="82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93C5F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93C5FD"/>
          </a:solidFill>
          <a:ln w="12700">
            <a:solidFill>
              <a:srgbClr val="93C5FD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E5E7EB">
              <a:alpha val="85000"/>
            </a:srgbClr>
          </a:solidFill>
          <a:ln w="12700">
            <a:solidFill>
              <a:srgbClr val="E5E7EB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82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E5E7EB">
                <a:alpha val="9500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21" name="Text 19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B556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93C5FD"/>
          </a:solidFill>
          <a:ln w="12700">
            <a:solidFill>
              <a:srgbClr val="93C5FD">
                <a:alpha val="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93C5F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463040"/>
            <a:ext cx="1024128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987552" y="1572768"/>
            <a:ext cx="10094976" cy="426110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Ticket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Two-corner panel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3C5FD"/>
          </a:solidFill>
          <a:ln w="12700">
            <a:solidFill>
              <a:srgbClr val="93C5F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3C5FD"/>
          </a:solidFill>
          <a:ln w="12700">
            <a:solidFill>
              <a:srgbClr val="93C5FD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flow icon from tabler-icons (MIT)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1" name="Image 1" descr="verified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2" descr="spark icon from tabler-icons (MIT)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3" descr="chart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93C5FD"/>
          </a:solidFill>
          <a:ln w="12700">
            <a:solidFill>
              <a:srgbClr val="93C5F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93C5FD"/>
          </a:solidFill>
          <a:ln w="12700">
            <a:solidFill>
              <a:srgbClr val="93C5FD">
                <a:alpha val="0"/>
              </a:srgbClr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flow icon from tabler-icons (MIT)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1" name="Image 1" descr="verified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4" name="Image 2" descr="spark icon from tabler-icons (MIT)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7" name="Image 3" descr="chart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417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2560320"/>
            <a:ext cx="73152" cy="868680"/>
          </a:xfrm>
          <a:prstGeom prst="rect">
            <a:avLst/>
          </a:prstGeom>
          <a:solidFill>
            <a:srgbClr val="93C5FD"/>
          </a:solidFill>
          <a:ln w="12700">
            <a:solidFill>
              <a:srgbClr val="93C5F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3703320"/>
            <a:ext cx="73152" cy="8686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>
                <a:alpha val="0"/>
              </a:srgbClr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1097280" y="1623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7" name="Image 0" descr="flow icon from tabler-icons (MIT)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70432" y="1696212"/>
            <a:ext cx="310896" cy="31089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682496" y="1508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1097280" y="2766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0" name="Image 1" descr="verified icon from tabler-icons (MIT)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70432" y="2839212"/>
            <a:ext cx="310896" cy="31089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682496" y="2651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1097280" y="3909060"/>
            <a:ext cx="45720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13" name="Image 2" descr="spark icon from tabler-icons (MIT)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70432" y="3982212"/>
            <a:ext cx="310896" cy="31089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682496" y="3794760"/>
            <a:ext cx="9272016" cy="6858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2563E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82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827"/>
      </a:dk1>
      <a:lt1>
        <a:srgbClr val="FFFFFF"/>
      </a:lt1>
      <a:dk2>
        <a:srgbClr val="4B5563"/>
      </a:dk2>
      <a:lt2>
        <a:srgbClr val="FFFFFF"/>
      </a:lt2>
      <a:accent1>
        <a:srgbClr val="2563EB"/>
      </a:accent1>
      <a:accent2>
        <a:srgbClr val="93C5FD"/>
      </a:accent2>
      <a:accent3>
        <a:srgbClr val="2563EB"/>
      </a:accent3>
      <a:accent4>
        <a:srgbClr val="4B5563"/>
      </a:accent4>
      <a:accent5>
        <a:srgbClr val="E5E7EB"/>
      </a:accent5>
      <a:accent6>
        <a:srgbClr val="111827"/>
      </a:accent6>
      <a:hlink>
        <a:srgbClr val="2563EB"/>
      </a:hlink>
      <a:folHlink>
        <a:srgbClr val="93C5FD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Composition Grammar QA</dc:title>
  <dc:subject>Generated from Markdown through Presentation IR and Layout IR</dc:subject>
  <dc:creator>mdpresent</dc:creator>
  <cp:lastModifiedBy>mdpresent</cp:lastModifiedBy>
  <cp:revision>1</cp:revision>
  <dcterms:created xsi:type="dcterms:W3CDTF">2026-06-20T13:07:10Z</dcterms:created>
  <dcterms:modified xsi:type="dcterms:W3CDTF">2026-06-20T13:07:10Z</dcterms:modified>
</cp:coreProperties>
</file>