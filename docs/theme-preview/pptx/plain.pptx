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B5563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57055" y="6528816"/>
            <a:ext cx="2148840" cy="7315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Composition Grammar QA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1572768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 Purpose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1927860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282952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638044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Semantics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2993136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3348228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987552" y="3703320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987552" y="4058412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987552" y="4413504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" y="4768596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987552" y="5123688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987552" y="5478780"/>
            <a:ext cx="10094976" cy="35509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 Purpose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decks must prove hierarchy, evidence, and object grammar before decoration.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Fixture type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Actions theme preview source.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 shape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bullets, bounded tables, and one-slide diagrams.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Review target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readable, coherent, composition-aware output.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flow icon from tabler-icons (MIT)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0432" y="16962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82496" y="1508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signal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 scale and first-viewport identity.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1" descr="verified icon from tabler-icons (MIT)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432" y="283921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82496" y="2651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rhythm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chart, table, and proof objects stay connected.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2" descr="spark icon from tabler-icons (MIT)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0432" y="398221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82496" y="3794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cards, tickets, flags, and panels vary coherently.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 (Cont. 2/2)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 clarity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arrows attach to object boundaries.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discipline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 region exceeds the slide.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flow icon from tabler-icons (MIT)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0432" y="16962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82496" y="1508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Plain / clean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low-decoration baselines.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1" descr="verified icon from tabler-icons (MIT)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432" y="283921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82496" y="2651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Executive / technical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structured operational hierarchy.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2" descr="spark icon from tabler-icons (MIT)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0432" y="398221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82496" y="3794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Editorial / magazine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warmer page rhythm.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 (Cont. 2/2)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Minimalism / newmorphism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sparse or softly raised surfaces.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Glass / grid / data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distinct surface and background grammar.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Semantics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flow icon from tabler-icons (MIT)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Headings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stable slide boundaries.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1" name="Image 1" descr="verified icon from tabler-icons (MIT)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and unordered structure.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4" name="Image 2" descr="spark icon from tabler-icons (MIT)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Constraint: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Indented description lines stay under the bold label.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3" descr="chart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and italic remain editable.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triangle"/>
          </a:ln>
        </p:spPr>
      </p:sp>
      <p:sp>
        <p:nvSpPr>
          <p:cNvPr id="7" name="Shape 5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triangle"/>
          </a:ln>
        </p:spPr>
      </p:sp>
      <p:sp>
        <p:nvSpPr>
          <p:cNvPr id="8" name="Shape 6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blocks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objects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PPTX HTML PDF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Renderer expectation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QA signal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box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editable, middle aligned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minimum size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fill and cell padding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Diagram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nodes and connectors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clipped labels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theme-colored data 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and value clarity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Numeric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stay side by side.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Data density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values remain readable without shrinking below floor.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 goal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coverage and defects are visible together.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 (Cont. 2/2)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20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Defects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E5E7EB">
              <a:alpha val="82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12780000"/>
              <a:gd name="adj3" fmla="val 12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4348" y="3049296"/>
            <a:ext cx="145278" cy="145278"/>
          </a:xfrm>
          <a:prstGeom prst="ellipse">
            <a:avLst/>
          </a:prstGeom>
          <a:solidFill>
            <a:srgbClr val="93C5F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04039" y="2945647"/>
            <a:ext cx="1286745" cy="12867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66300" y="3236203"/>
            <a:ext cx="1162221" cy="49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683285" y="3755052"/>
            <a:ext cx="1328253" cy="37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96589" y="2567178"/>
            <a:ext cx="137160" cy="1371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25189" y="241630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84%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96589" y="3006090"/>
            <a:ext cx="137160" cy="137160"/>
          </a:xfrm>
          <a:prstGeom prst="ellipse">
            <a:avLst/>
          </a:prstGeom>
          <a:solidFill>
            <a:srgbClr val="93C5FD"/>
          </a:solidFill>
          <a:ln w="12700">
            <a:solidFill>
              <a:srgbClr val="93C5FD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25189" y="285521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16%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58990" y="3835908"/>
            <a:ext cx="4051962" cy="256032"/>
          </a:xfrm>
          <a:prstGeom prst="roundRect">
            <a:avLst>
              <a:gd name="adj" fmla="val 28571"/>
            </a:avLst>
          </a:prstGeom>
          <a:solidFill>
            <a:srgbClr val="E5E7EB">
              <a:alpha val="85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58990" y="3835908"/>
            <a:ext cx="3687286" cy="256032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46276" y="3433572"/>
            <a:ext cx="0" cy="969264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99972" y="38176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58990" y="3744468"/>
            <a:ext cx="0" cy="438912"/>
          </a:xfrm>
          <a:prstGeom prst="line">
            <a:avLst/>
          </a:prstGeom>
          <a:noFill/>
          <a:ln w="12700">
            <a:solidFill>
              <a:srgbClr val="E5E7EB">
                <a:alpha val="9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710952" y="3744468"/>
            <a:ext cx="0" cy="438912"/>
          </a:xfrm>
          <a:prstGeom prst="line">
            <a:avLst/>
          </a:prstGeom>
          <a:noFill/>
          <a:ln w="12700">
            <a:solidFill>
              <a:srgbClr val="E5E7EB">
                <a:alpha val="9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618" y="2217420"/>
            <a:ext cx="14587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6658990" y="4530852"/>
            <a:ext cx="4051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65899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162312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 (Cont. 2/2)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078992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80160" y="4347972"/>
            <a:ext cx="59381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61872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61872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628705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29873" y="4347972"/>
            <a:ext cx="1227218" cy="128016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11585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811585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93C5F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178418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9586" y="4347972"/>
            <a:ext cx="1702270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61298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61298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728131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29299" y="4347972"/>
            <a:ext cx="1860621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11011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911011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3285375" y="3589020"/>
            <a:ext cx="39990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835088" y="3589020"/>
            <a:ext cx="39990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384801" y="3589020"/>
            <a:ext cx="399904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987552" y="1572768"/>
            <a:ext cx="10094976" cy="426110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Method flag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high-level step.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Ticket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document-like evidence.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Two-corner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linear grouping.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 (Cont. 2/2)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Notched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technical constraint or code-like object.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Rounded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neutral fallback surface.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flow icon from tabler-icons (MIT)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monochrome anchor.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1" name="Image 1" descr="verified icon from tabler-icons (MIT)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scale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secondary to title and body text.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4" name="Image 2" descr="spark icon from tabler-icons (MIT)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Placement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never fills empty space alone.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3" descr="chart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and text share a stable center line.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flow icon from tabler-icons (MIT)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fit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region bounds are validated before output.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1" name="Image 1" descr="verified icon from tabler-icons (MIT)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cell text uses middle alignment and coherent margins.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4" name="Image 2" descr="spark icon from tabler-icons (MIT)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Continuation slides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content splits before unreadable shrink.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3" descr="chart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decorative-only bullets and empty artifacts are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17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2560320"/>
            <a:ext cx="73152" cy="8686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7033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1097280" y="1623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flow icon from tabler-icons (MIT)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0432" y="1696212"/>
            <a:ext cx="310896" cy="31089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82496" y="1508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Theme Preview builds this source across decoration styles.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097280" y="2766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1" descr="verified icon from tabler-icons (MIT)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0432" y="283921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82496" y="2651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Pages shows each styled deck and object-check slide.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1097280" y="390906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2" descr="spark icon from tabler-icons (MIT)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70432" y="398221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82496" y="3794760"/>
            <a:ext cx="9272016" cy="6858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rendering; mdpr-skill may prepare hints.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FFFFF"/>
      </a:lt1>
      <a:dk2>
        <a:srgbClr val="4B5563"/>
      </a:dk2>
      <a:lt2>
        <a:srgbClr val="FFFFFF"/>
      </a:lt2>
      <a:accent1>
        <a:srgbClr val="2563EB"/>
      </a:accent1>
      <a:accent2>
        <a:srgbClr val="93C5FD"/>
      </a:accent2>
      <a:accent3>
        <a:srgbClr val="2563EB"/>
      </a:accent3>
      <a:accent4>
        <a:srgbClr val="4B5563"/>
      </a:accent4>
      <a:accent5>
        <a:srgbClr val="E5E7EB"/>
      </a:accent5>
      <a:accent6>
        <a:srgbClr val="111827"/>
      </a:accent6>
      <a:hlink>
        <a:srgbClr val="2563EB"/>
      </a:hlink>
      <a:folHlink>
        <a:srgbClr val="93C5FD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Composition Grammar QA</dc:title>
  <dc:subject>Generated from Markdown through Presentation IR and Layout IR</dc:subject>
  <dc:creator>mdpresent</dc:creator>
  <cp:lastModifiedBy>mdpresent</cp:lastModifiedBy>
  <cp:revision>1</cp:revision>
  <dcterms:created xsi:type="dcterms:W3CDTF">2026-06-20T12:45:56Z</dcterms:created>
  <dcterms:modified xsi:type="dcterms:W3CDTF">2026-06-20T12:45:56Z</dcterms:modified>
</cp:coreProperties>
</file>