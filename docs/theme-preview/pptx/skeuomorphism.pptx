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2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6B728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C7D2F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AEB7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B5563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6B728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AEB7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2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B72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AEB7C4">
              <a:alpha val="9000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6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7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8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9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30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1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2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3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4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5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6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7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38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39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40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3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3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4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5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7D2FE">
              <a:alpha val="80000"/>
            </a:srgbClr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9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0" name="Shape 15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1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2" name="mdpr:1-2-32ac08:item-1:block-6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3" name="Shape 17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4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5" name="mdpr:1-2-32ac08:item-2:block-6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6" name="Shape 19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7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8" name="mdpr:1-2-32ac08:item-3:block-6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1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2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3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7D2FE">
              <a:alpha val="80000"/>
            </a:srgbClr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9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0" name="Shape 15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1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2" name="mdpr:1-2-dfa474:item-1:block-8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23" name="Shape 17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4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5" name="mdpr:1-2-dfa474:item-2:block-8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26" name="Shape 19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7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8" name="mdpr:1-2-dfa474:item-3:block-8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1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2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3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1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2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3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1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12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3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9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headEnd type="triangle"/>
          </a:ln>
        </p:spPr>
      </p:sp>
      <p:sp>
        <p:nvSpPr>
          <p:cNvPr id="15" name="Shape 13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DFDFE"/>
          </a:solidFill>
          <a:ln w="12700">
            <a:solidFill>
              <a:srgbClr val="6B728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4F6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DFDFE"/>
          </a:solidFill>
          <a:ln w="12700">
            <a:solidFill>
              <a:srgbClr val="6B728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4F6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DFDFE"/>
          </a:solidFill>
          <a:ln w="12700">
            <a:solidFill>
              <a:srgbClr val="6B728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4F6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DFDFE"/>
          </a:solidFill>
          <a:ln w="12700">
            <a:solidFill>
              <a:srgbClr val="6B728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4F6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DFDFE"/>
          </a:solidFill>
          <a:ln w="12700">
            <a:solidFill>
              <a:srgbClr val="6B728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4F6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DFDFE"/>
          </a:solidFill>
          <a:ln w="12700">
            <a:solidFill>
              <a:srgbClr val="6B728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4F6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1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22" name="Shape 1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3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4" name="mdpr:1-2-e3669a:item-1:block-15-chunk-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6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7" name="mdpr:1-2-e3669a:item-2:block-15-chunk-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9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0" name="mdpr:1-2-e3669a:item-3:block-15-chunk-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31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32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3" name="mdpr:1-2-e3669a:item-4:block-15-chunk-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1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2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3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3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AEB7C4">
              <a:alpha val="8200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C7D2FE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4F6F8"/>
          </a:solidFill>
          <a:ln w="12700">
            <a:solidFill>
              <a:srgbClr val="F4F6F8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8" name="Text 15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AEB7C4">
              <a:alpha val="8500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4F6F8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AEB7C4">
                <a:alpha val="9500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AEB7C4">
                <a:alpha val="9500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2" name="Shape 9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DFDFE"/>
          </a:solidFill>
          <a:ln w="12700">
            <a:solidFill>
              <a:srgbClr val="AEB7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6" name="Shape 13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DFDFE"/>
          </a:solidFill>
          <a:ln w="12700">
            <a:solidFill>
              <a:srgbClr val="AEB7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7D2F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DFDFE"/>
          </a:solidFill>
          <a:ln w="12700">
            <a:solidFill>
              <a:srgbClr val="AEB7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DFDFE"/>
          </a:solidFill>
          <a:ln w="12700">
            <a:solidFill>
              <a:srgbClr val="AEB7C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8" name="Shape 25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7D2FE">
              <a:alpha val="80000"/>
            </a:srgbClr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9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20" name="Shape 15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1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2" name="mdpr:1-2-ea42c8:item-1:block-27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3" name="Shape 17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4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5" name="mdpr:1-2-ea42c8:item-2:block-27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26" name="Shape 19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7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8" name="mdpr:1-2-ea42c8:item-3:block-27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1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2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3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1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2" name="Shape 1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3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4" name="mdpr:icon-and-text-aside-8429fc:item-1:block-2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7" name="mdpr:icon-and-text-aside-8429fc:item-2:block-2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9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0" name="mdpr:icon-and-text-aside-8429fc:item-3:block-29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1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32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3" name="mdpr:icon-and-text-aside-8429fc:item-4:block-29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1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2" name="Shape 1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3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4" name="mdpr:overflow-guard-f8d03e:item-1:block-3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6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7" name="mdpr:overflow-guard-f8d03e:item-2:block-3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9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0" name="mdpr:overflow-guard-f8d03e:item-3:block-3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1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32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3" name="mdpr:overflow-guard-f8d03e:item-4:block-31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812280" y="1463040"/>
            <a:ext cx="4434840" cy="452628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3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4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49808" y="1444752"/>
            <a:ext cx="4617720" cy="2359152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577840" y="1481328"/>
            <a:ext cx="5532120" cy="221284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5577840" y="3913632"/>
            <a:ext cx="5532120" cy="201168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6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9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0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7D2FE">
              <a:alpha val="80000"/>
            </a:srgbClr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9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0" name="Shape 15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1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2" name="mdpr:actions-output-review-326e07:item-1:block-4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3" name="Shape 17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4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5" name="mdpr:actions-output-review-326e07:item-2:block-4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6" name="Shape 19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7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8" name="mdpr:actions-output-review-326e07:item-3:block-4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F2937"/>
      </a:dk1>
      <a:lt1>
        <a:srgbClr val="F4F6F8"/>
      </a:lt1>
      <a:dk2>
        <a:srgbClr val="4B5563"/>
      </a:dk2>
      <a:lt2>
        <a:srgbClr val="FDFDFE"/>
      </a:lt2>
      <a:accent1>
        <a:srgbClr val="6B7280"/>
      </a:accent1>
      <a:accent2>
        <a:srgbClr val="C7D2FE"/>
      </a:accent2>
      <a:accent3>
        <a:srgbClr val="6B7280"/>
      </a:accent3>
      <a:accent4>
        <a:srgbClr val="4B5563"/>
      </a:accent4>
      <a:accent5>
        <a:srgbClr val="AEB7C4"/>
      </a:accent5>
      <a:accent6>
        <a:srgbClr val="1F2937"/>
      </a:accent6>
      <a:hlink>
        <a:srgbClr val="6B7280"/>
      </a:hlink>
      <a:folHlink>
        <a:srgbClr val="C7D2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2026-07-06T03:25:30Z</dcterms:created>
  <dcterms:modified xsi:type="dcterms:W3CDTF">2026-07-06T03:25:30Z</dcterms:modified>
</cp:coreProperties>
</file>