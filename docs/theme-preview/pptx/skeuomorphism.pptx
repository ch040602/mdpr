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7D2F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E8E8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E8E8E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6B72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AEB7C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E8E8E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B728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2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4864608"/>
            <a:ext cx="73152" cy="84124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9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0" name="mdpr:1-2-0772f8:toc-item-1:toc-item-1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1" name="mdpr:1-2-0772f8:toc-item-2:toc-item-2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2" name="mdpr:1-2-0772f8:toc-item-3:toc-item-3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3" name="mdpr:1-2-0772f8:toc-item-4:toc-item-4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24" name="mdpr:1-2-0772f8:toc-item-5:toc-item-5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25" name="mdpr:1-2-0772f8:toc-item-6:toc-item-6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26" name="mdpr:1-2-0772f8:toc-item-7:toc-item-7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27" name="mdpr:1-2-0772f8:toc-item-8:toc-item-8"/>
          <p:cNvSpPr txBox="1"/>
          <p:nvPr/>
        </p:nvSpPr>
        <p:spPr>
          <a:xfrm>
            <a:off x="6492240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737360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779776"/>
            <a:ext cx="73152" cy="84124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3822192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864608"/>
            <a:ext cx="73152" cy="84124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1737360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72784" y="2779776"/>
            <a:ext cx="73152" cy="84124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72784" y="3822192"/>
            <a:ext cx="73152" cy="84124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800" dirty="0"/>
          </a:p>
        </p:txBody>
      </p:sp>
      <p:sp>
        <p:nvSpPr>
          <p:cNvPr id="19" name="mdpr:2-2-7bfb60:toc-item-1:toc-item-9"/>
          <p:cNvSpPr txBox="1"/>
          <p:nvPr/>
        </p:nvSpPr>
        <p:spPr>
          <a:xfrm>
            <a:off x="1042416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20" name="mdpr:2-2-7bfb60:toc-item-2:toc-item-10"/>
          <p:cNvSpPr txBox="1"/>
          <p:nvPr/>
        </p:nvSpPr>
        <p:spPr>
          <a:xfrm>
            <a:off x="1042416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21" name="mdpr:2-2-7bfb60:toc-item-3:toc-item-11"/>
          <p:cNvSpPr txBox="1"/>
          <p:nvPr/>
        </p:nvSpPr>
        <p:spPr>
          <a:xfrm>
            <a:off x="1042416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22" name="mdpr:2-2-7bfb60:toc-item-4:toc-item-12"/>
          <p:cNvSpPr txBox="1"/>
          <p:nvPr/>
        </p:nvSpPr>
        <p:spPr>
          <a:xfrm>
            <a:off x="1042416" y="4956048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23" name="mdpr:2-2-7bfb60:toc-item-5:toc-item-13"/>
          <p:cNvSpPr txBox="1"/>
          <p:nvPr/>
        </p:nvSpPr>
        <p:spPr>
          <a:xfrm>
            <a:off x="6492240" y="18288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24" name="mdpr:2-2-7bfb60:toc-item-6:toc-item-14"/>
          <p:cNvSpPr txBox="1"/>
          <p:nvPr/>
        </p:nvSpPr>
        <p:spPr>
          <a:xfrm>
            <a:off x="6492240" y="2871216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  <p:sp>
        <p:nvSpPr>
          <p:cNvPr id="25" name="mdpr:2-2-7bfb60:toc-item-7:toc-item-15"/>
          <p:cNvSpPr txBox="1"/>
          <p:nvPr/>
        </p:nvSpPr>
        <p:spPr>
          <a:xfrm>
            <a:off x="6492240" y="39136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 Actions Output Review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5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6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7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5" name="mdpr:1-2-32ac08:item-1:block-6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6" name="mdpr:1-2-32ac08:item-2:block-6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7" name="mdpr:1-2-32ac08:item-3:block-6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mdpr:2-2-14f8eb:left:block-6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3" name="mdpr:2-2-14f8eb:right:block-6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15" name="mdpr:1-2-dfa474:item-1:block-8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16" name="mdpr:1-2-dfa474:item-2:block-8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17" name="mdpr:1-2-dfa474:item-3:block-8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mdpr:2-2-149bde:left:block-8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3" name="mdpr:2-2-149bde:right:block-8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2523744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849624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7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8" name="mdpr:1-2-5a84f1:item-1:block-10-chunk-1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mdpr:1-2-5a84f1:item-2:block-10-chunk-1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2523744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2523744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849624"/>
            <a:ext cx="10241280" cy="102412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914400" y="3849624"/>
            <a:ext cx="10241280" cy="102412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2523744"/>
            <a:ext cx="73152" cy="10241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914400" y="3849624"/>
            <a:ext cx="73152" cy="1024128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7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8" name="mdpr:2-2-a9df10:item-1:block-10-chunk-2"/>
          <p:cNvSpPr txBox="1"/>
          <p:nvPr/>
        </p:nvSpPr>
        <p:spPr>
          <a:xfrm>
            <a:off x="1133856" y="261591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9" name="mdpr:2-2-a9df10:item-2:block-10-chunk-2"/>
          <p:cNvSpPr txBox="1"/>
          <p:nvPr/>
        </p:nvSpPr>
        <p:spPr>
          <a:xfrm>
            <a:off x="1133856" y="3941796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6" name="Shape 14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headEnd type="triangle"/>
          </a:ln>
        </p:spPr>
      </p:sp>
      <p:sp>
        <p:nvSpPr>
          <p:cNvPr id="17" name="Shape 15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DFDFE"/>
          </a:solidFill>
          <a:ln w="12700">
            <a:solidFill>
              <a:srgbClr val="6B7280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4F6F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12" name="mdpr:1-2-e3669a:left:block-15-chunk-1-block-15-chunk-1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13" name="mdpr:1-2-e3669a:right:block-15-chunk-1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2" name="mdpr:2-2-c23e9b:left:block-15-chunk-2-block-15-chunk-2"/>
          <p:cNvSpPr txBox="1"/>
          <p:nvPr/>
        </p:nvSpPr>
        <p:spPr>
          <a:xfrm>
            <a:off x="89611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1800" dirty="0"/>
          </a:p>
        </p:txBody>
      </p:sp>
      <p:sp>
        <p:nvSpPr>
          <p:cNvPr id="13" name="mdpr:2-2-c23e9b:right:block-15-chunk-2"/>
          <p:cNvSpPr txBox="1"/>
          <p:nvPr/>
        </p:nvSpPr>
        <p:spPr>
          <a:xfrm>
            <a:off x="6473952" y="1463040"/>
            <a:ext cx="479145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5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AEB7C4">
              <a:alpha val="82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7D2FE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4F6F8"/>
          </a:solidFill>
          <a:ln w="12700">
            <a:solidFill>
              <a:srgbClr val="F4F6F8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20" name="Text 1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AEB7C4">
              <a:alpha val="8500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4F6F8"/>
          </a:solidFill>
          <a:ln w="12700">
            <a:solidFill>
              <a:srgbClr val="6B728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AEB7C4">
                <a:alpha val="9500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4" name="Shape 1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7D2F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6" name="Shape 2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DFDFE"/>
          </a:solidFill>
          <a:ln w="12700">
            <a:solidFill>
              <a:srgbClr val="AEB7C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32" name="Shape 2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6B728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15" name="mdpr:1-2-ea42c8:item-1:block-27-chunk-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16" name="mdpr:1-2-ea42c8:item-2:block-27-chunk-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17" name="mdpr:1-2-ea42c8:item-3:block-27-chunk-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pPr algn="ctr"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8E8E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(Cont. 2/2)</a:t>
            </a:r>
            <a:endParaRPr lang="en-US" sz="3400" dirty="0"/>
          </a:p>
        </p:txBody>
      </p:sp>
      <p:sp>
        <p:nvSpPr>
          <p:cNvPr id="13" name="mdpr:2-2-4f71ba:body:block-27-chunk-2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3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4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25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6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7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23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4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25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6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7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5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6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DFDFE">
              <a:alpha val="0"/>
            </a:srgbClr>
          </a:solidFill>
          <a:ln w="12700">
            <a:solidFill>
              <a:srgbClr val="AEB7C4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8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7280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EB7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DFE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1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2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1277295" cy="6053328"/>
          </a:xfrm>
          <a:prstGeom prst="roundRect">
            <a:avLst>
              <a:gd name="adj" fmla="val 2115"/>
            </a:avLst>
          </a:prstGeom>
          <a:solidFill>
            <a:srgbClr val="E6EAF0"/>
          </a:solidFill>
          <a:ln w="12700">
            <a:solidFill>
              <a:srgbClr val="8793A3">
                <a:alpha val="8400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475569">
                <a:alpha val="18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530352" y="457200"/>
            <a:ext cx="11130991" cy="5943600"/>
          </a:xfrm>
          <a:prstGeom prst="roundRect">
            <a:avLst>
              <a:gd name="adj" fmla="val 1846"/>
            </a:avLst>
          </a:prstGeom>
          <a:solidFill>
            <a:srgbClr val="FFFFFF"/>
          </a:solidFill>
          <a:ln w="12700">
            <a:solidFill>
              <a:srgbClr val="AEB7C4">
                <a:alpha val="92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64748B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621792"/>
            <a:ext cx="10874959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6217920"/>
            <a:ext cx="10874959" cy="0"/>
          </a:xfrm>
          <a:prstGeom prst="line">
            <a:avLst/>
          </a:prstGeom>
          <a:noFill/>
          <a:ln w="12700">
            <a:solidFill>
              <a:srgbClr val="94A3B8">
                <a:alpha val="66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00639" y="512064"/>
            <a:ext cx="877824" cy="201168"/>
          </a:xfrm>
          <a:prstGeom prst="roundRect">
            <a:avLst>
              <a:gd name="adj" fmla="val 18182"/>
            </a:avLst>
          </a:prstGeom>
          <a:solidFill>
            <a:srgbClr val="D7DDE6">
              <a:alpha val="92000"/>
            </a:srgbClr>
          </a:solidFill>
          <a:ln w="12700">
            <a:solidFill>
              <a:srgbClr val="FFFFFF">
                <a:alpha val="82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259007" y="658368"/>
            <a:ext cx="146304" cy="146304"/>
          </a:xfrm>
          <a:prstGeom prst="ellipse">
            <a:avLst/>
          </a:prstGeom>
          <a:solidFill>
            <a:srgbClr val="CBD5E1">
              <a:alpha val="92000"/>
            </a:srgbClr>
          </a:solidFill>
          <a:ln w="12700">
            <a:solidFill>
              <a:srgbClr val="64748B">
                <a:alpha val="64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34295" y="0"/>
            <a:ext cx="2057400" cy="256032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048695" y="256032"/>
            <a:ext cx="1143000" cy="73152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938528"/>
            <a:ext cx="73152" cy="2514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1938528"/>
            <a:ext cx="73152" cy="2514600"/>
          </a:xfrm>
          <a:prstGeom prst="rect">
            <a:avLst/>
          </a:prstGeom>
          <a:solidFill>
            <a:srgbClr val="C7D2FE"/>
          </a:solidFill>
          <a:ln w="12700">
            <a:solidFill>
              <a:srgbClr val="C7D2FE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1938528"/>
            <a:ext cx="73152" cy="2514600"/>
          </a:xfrm>
          <a:prstGeom prst="rect">
            <a:avLst/>
          </a:prstGeom>
          <a:solidFill>
            <a:srgbClr val="6B7280"/>
          </a:solidFill>
          <a:ln w="12700">
            <a:solidFill>
              <a:srgbClr val="6B7280">
                <a:alpha val="0"/>
              </a:srgbClr>
            </a:solidFill>
            <a:prstDash val="solid"/>
          </a:ln>
        </p:spPr>
      </p:sp>
      <p:sp>
        <p:nvSpPr>
          <p:cNvPr id="14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5" name="mdpr:actions-output-review-326e07:item-1:block-41"/>
          <p:cNvSpPr txBox="1"/>
          <p:nvPr/>
        </p:nvSpPr>
        <p:spPr>
          <a:xfrm>
            <a:off x="104241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6" name="mdpr:actions-output-review-326e07:item-2:block-41"/>
          <p:cNvSpPr txBox="1"/>
          <p:nvPr/>
        </p:nvSpPr>
        <p:spPr>
          <a:xfrm>
            <a:off x="456285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7" name="mdpr:actions-output-review-326e07:item-3:block-41"/>
          <p:cNvSpPr txBox="1"/>
          <p:nvPr/>
        </p:nvSpPr>
        <p:spPr>
          <a:xfrm>
            <a:off x="8083296" y="2103120"/>
            <a:ext cx="2825496" cy="21854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4F6F8"/>
      </a:lt1>
      <a:dk2>
        <a:srgbClr val="8E8E8E"/>
      </a:dk2>
      <a:lt2>
        <a:srgbClr val="FDFDFE"/>
      </a:lt2>
      <a:accent1>
        <a:srgbClr val="6B7280"/>
      </a:accent1>
      <a:accent2>
        <a:srgbClr val="C7D2FE"/>
      </a:accent2>
      <a:accent3>
        <a:srgbClr val="6B7280"/>
      </a:accent3>
      <a:accent4>
        <a:srgbClr val="8E8E8E"/>
      </a:accent4>
      <a:accent5>
        <a:srgbClr val="AEB7C4"/>
      </a:accent5>
      <a:accent6>
        <a:srgbClr val="111111"/>
      </a:accent6>
      <a:hlink>
        <a:srgbClr val="6B7280"/>
      </a:hlink>
      <a:folHlink>
        <a:srgbClr val="C7D2FE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2026-07-13T19:15:41Z</dcterms:created>
  <dcterms:modified xsi:type="dcterms:W3CDTF">2026-07-13T19:15:41Z</dcterms:modified>
</cp:coreProperties>
</file>