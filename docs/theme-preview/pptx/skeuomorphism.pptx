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E8E8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72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AEB7C4">
              <a:alpha val="90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9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0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1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2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3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4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5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6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7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8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9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0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1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2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3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6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7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8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5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5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6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3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4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5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5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6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5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5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6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5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6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5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6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AEB7C4">
              <a:alpha val="82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7D2FE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AEB7C4">
              <a:alpha val="85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D2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3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4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5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5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6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6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8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6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8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6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7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3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5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4F6F8"/>
      </a:lt1>
      <a:dk2>
        <a:srgbClr val="8E8E8E"/>
      </a:dk2>
      <a:lt2>
        <a:srgbClr val="FDFDFE"/>
      </a:lt2>
      <a:accent1>
        <a:srgbClr val="6B7280"/>
      </a:accent1>
      <a:accent2>
        <a:srgbClr val="C7D2FE"/>
      </a:accent2>
      <a:accent3>
        <a:srgbClr val="6B7280"/>
      </a:accent3>
      <a:accent4>
        <a:srgbClr val="8E8E8E"/>
      </a:accent4>
      <a:accent5>
        <a:srgbClr val="AEB7C4"/>
      </a:accent5>
      <a:accent6>
        <a:srgbClr val="111111"/>
      </a:accent6>
      <a:hlink>
        <a:srgbClr val="6B7280"/>
      </a:hlink>
      <a:folHlink>
        <a:srgbClr val="C7D2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2026-07-10T07:02:10Z</dcterms:created>
  <dcterms:modified xsi:type="dcterms:W3CDTF">2026-07-10T07:02:10Z</dcterms:modified>
</cp:coreProperties>
</file>