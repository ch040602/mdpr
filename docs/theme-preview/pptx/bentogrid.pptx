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18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F0AA1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11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BD5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19191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9191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11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BD5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19191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image" Target="../media/image-5-11.png"/><Relationship Id="rId12" Type="http://schemas.openxmlformats.org/officeDocument/2006/relationships/image" Target="../media/image-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image" Target="../media/image-12-9.png"/><Relationship Id="rId10" Type="http://schemas.openxmlformats.org/officeDocument/2006/relationships/image" Target="../media/image-12-10.sv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svg"/><Relationship Id="rId13" Type="http://schemas.openxmlformats.org/officeDocument/2006/relationships/image" Target="../media/image-12-13.png"/><Relationship Id="rId14" Type="http://schemas.openxmlformats.org/officeDocument/2006/relationships/image" Target="../media/image-12-14.svg"/><Relationship Id="rId15" Type="http://schemas.openxmlformats.org/officeDocument/2006/relationships/image" Target="../media/image-12-15.png"/><Relationship Id="rId16" Type="http://schemas.openxmlformats.org/officeDocument/2006/relationships/image" Target="../media/image-1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7.xml"/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image" Target="../media/image-21-9.png"/><Relationship Id="rId10" Type="http://schemas.openxmlformats.org/officeDocument/2006/relationships/image" Target="../media/image-21-10.sv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sv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svg"/><Relationship Id="rId15" Type="http://schemas.openxmlformats.org/officeDocument/2006/relationships/image" Target="../media/image-21-15.png"/><Relationship Id="rId16" Type="http://schemas.openxmlformats.org/officeDocument/2006/relationships/image" Target="../media/image-21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image" Target="../media/image-22-9.png"/><Relationship Id="rId10" Type="http://schemas.openxmlformats.org/officeDocument/2006/relationships/image" Target="../media/image-22-10.svg"/><Relationship Id="rId11" Type="http://schemas.openxmlformats.org/officeDocument/2006/relationships/image" Target="../media/image-22-11.png"/><Relationship Id="rId12" Type="http://schemas.openxmlformats.org/officeDocument/2006/relationships/image" Target="../media/image-22-12.svg"/><Relationship Id="rId13" Type="http://schemas.openxmlformats.org/officeDocument/2006/relationships/image" Target="../media/image-22-13.png"/><Relationship Id="rId14" Type="http://schemas.openxmlformats.org/officeDocument/2006/relationships/image" Target="../media/image-22-14.svg"/><Relationship Id="rId15" Type="http://schemas.openxmlformats.org/officeDocument/2006/relationships/image" Target="../media/image-22-15.png"/><Relationship Id="rId16" Type="http://schemas.openxmlformats.org/officeDocument/2006/relationships/image" Target="../media/image-2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18.xml"/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8" Type="http://schemas.openxmlformats.org/officeDocument/2006/relationships/image" Target="../media/image-24-7.png"/><Relationship Id="rId9" Type="http://schemas.openxmlformats.org/officeDocument/2006/relationships/image" Target="../media/image-24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image" Target="../media/image-25-7.png"/><Relationship Id="rId8" Type="http://schemas.openxmlformats.org/officeDocument/2006/relationships/image" Target="../media/image-25-8.svg"/><Relationship Id="rId9" Type="http://schemas.openxmlformats.org/officeDocument/2006/relationships/image" Target="../media/image-25-9.png"/><Relationship Id="rId10" Type="http://schemas.openxmlformats.org/officeDocument/2006/relationships/image" Target="../media/image-25-10.sv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76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357055" y="6528816"/>
            <a:ext cx="2148840" cy="73152"/>
          </a:xfrm>
          <a:prstGeom prst="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mdpr:mdpr-design-grammar-b3a462:title:__title:mdpr-design-grammar-b3a462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CBD5E1">
              <a:alpha val="90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52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53" name="mdpr:1-2-0772f8:toc-item-1:toc-item-1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54" name="mdpr:1-2-0772f8:toc-item-2:toc-item-2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55" name="mdpr:1-2-0772f8:toc-item-3:toc-item-3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56" name="mdpr:1-2-0772f8:toc-item-4:toc-item-4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57" name="mdpr:1-2-0772f8:toc-item-5:toc-item-5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58" name="mdpr:1-2-0772f8:toc-item-6:toc-item-6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59" name="mdpr:1-2-0772f8:toc-item-7:toc-item-7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60" name="mdpr:1-2-0772f8:toc-item-8:toc-item-8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  <p:sp>
        <p:nvSpPr>
          <p:cNvPr id="61" name="mdpr:1-2-0772f8:toc-item-9:toc-item-9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62" name="mdpr:1-2-0772f8:toc-item-10:toc-item-10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63" name="mdpr:1-2-0772f8:toc-item-11:toc-item-11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64" name="mdpr:1-2-0772f8:toc-item-12:toc-item-12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65" name="mdpr:1-2-0772f8:toc-item-13:toc-item-13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66" name="mdpr:1-2-0772f8:toc-item-14:toc-item-14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2960" y="3099816"/>
            <a:ext cx="10515600" cy="457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22960" y="4288536"/>
            <a:ext cx="2011680" cy="45720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22960" y="3300984"/>
            <a:ext cx="73152" cy="84124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8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39" name="mdpr:2-2-7bfb60:toc-item-1:toc-item-15"/>
          <p:cNvSpPr txBox="1"/>
          <p:nvPr/>
        </p:nvSpPr>
        <p:spPr>
          <a:xfrm>
            <a:off x="1042416" y="3392424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9" name="mdpr:teaser-summary-7731dc:title:__title:teaser-summary-7731d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40" name="mdpr:teaser-summary-7731dc:key-message:block-3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41" name="mdpr:teaser-summary-7731dc:body:block-4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distinct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Validation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38" name="Shape 34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40" name="Shape 35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1" name="Shape 3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F0AA11">
              <a:alpha val="80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2" name="Shape 3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3" name="Shape 3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4" name="Shape 3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5" name="mdpr:1-2-32ac08:title:__title:1-2-32ac0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46" name="Shape 41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47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48" name="mdpr:1-2-32ac08:item-1:block-6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49" name="Shape 43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0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51" name="mdpr:1-2-32ac08:item-2:block-6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52" name="Shape 45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3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54" name="mdpr:1-2-32ac08:item-3:block-6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7" name="mdpr:2-2-14f8eb:title:__title:2-2-14f8e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38" name="mdpr:2-2-14f8eb:left:block-6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39" name="mdpr:2-2-14f8eb:right:block-6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38" name="Shape 34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40" name="Shape 35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1" name="Shape 3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F0AA11">
              <a:alpha val="80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2" name="Shape 3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3" name="Shape 3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4" name="Shape 3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5" name="mdpr:1-2-dfa474:title:__title:1-2-dfa47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46" name="Shape 41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47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48" name="mdpr:1-2-dfa474:item-1:block-8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Skeuomorphism / claymorphism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tactile depth, bevels, or puffy surfaces.</a:t>
            </a:r>
            <a:endParaRPr lang="en-US" sz="2200" dirty="0"/>
          </a:p>
        </p:txBody>
      </p:sp>
      <p:sp>
        <p:nvSpPr>
          <p:cNvPr id="49" name="Shape 43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0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51" name="mdpr:1-2-dfa474:item-2:block-8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Neomorphism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soft raised surfaces.</a:t>
            </a:r>
            <a:endParaRPr lang="en-US" sz="2200" dirty="0"/>
          </a:p>
        </p:txBody>
      </p:sp>
      <p:sp>
        <p:nvSpPr>
          <p:cNvPr id="52" name="Shape 45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3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54" name="mdpr:1-2-dfa474:item-3:block-8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Glassmorphism / liquid-glass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panels and refractive highlights.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7" name="mdpr:2-2-149bde:title:__title:2-2-149bd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 (Cont. 2/2)</a:t>
            </a:r>
            <a:endParaRPr lang="en-US" sz="3400" dirty="0"/>
          </a:p>
        </p:txBody>
      </p:sp>
      <p:sp>
        <p:nvSpPr>
          <p:cNvPr id="38" name="mdpr:2-2-149bde:left:block-8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brutalism / bentogrid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rules, hard contrast, or tiled information rhythm.</a:t>
            </a:r>
            <a:endParaRPr lang="en-US" sz="2200" dirty="0"/>
          </a:p>
        </p:txBody>
      </p:sp>
      <p:sp>
        <p:nvSpPr>
          <p:cNvPr id="39" name="mdpr:2-2-149bde:right:block-8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7" name="mdpr:1-2-5a84f1:title:__title:1-2-5a84f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38" name="mdpr:1-2-5a84f1:left:block-10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39" name="mdpr:1-2-5a84f1:right:block-10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7" name="mdpr:2-2-a9df10:title:__title:2-2-a9df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 (Cont. 2/2)</a:t>
            </a:r>
            <a:endParaRPr lang="en-US" sz="3400" dirty="0"/>
          </a:p>
        </p:txBody>
      </p:sp>
      <p:sp>
        <p:nvSpPr>
          <p:cNvPr id="38" name="mdpr:2-2-a9df10:left:block-10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39" name="mdpr:2-2-a9df10:right:block-10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5" name="mdpr:pipeline-diagram-51792c:title:__title:pipeline-diagram-51792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36" name="Shape 34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0F766E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0F766E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0F766E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0F766E"/>
            </a:solidFill>
            <a:prstDash val="solid"/>
            <a:headEnd type="triangle"/>
          </a:ln>
        </p:spPr>
      </p:sp>
      <p:sp>
        <p:nvSpPr>
          <p:cNvPr id="40" name="Shape 38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0F766E"/>
            </a:solidFill>
            <a:prstDash val="solid"/>
            <a:headEnd type="triangle"/>
          </a:ln>
        </p:spPr>
      </p:sp>
      <p:sp>
        <p:nvSpPr>
          <p:cNvPr id="41" name="Shape 39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45" name="Text 43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50" name="Text 48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51" name="Shape 49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55" name="Text 53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60" name="Text 58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65" name="Text 63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66" name="Shape 64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67" name="Shape 65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70" name="Text 68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38" name="Shape 34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40" name="Shape 35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42" name="Shape 36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3" name="Shape 37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4" name="Shape 38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5" name="Shape 39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6" name="Shape 40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7" name="mdpr:1-2-e3669a:title:__title:1-2-e3669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48" name="Shape 42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49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50" name="mdpr:1-2-e3669a:item-1:block-15-chunk-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Surfaces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2200" dirty="0"/>
          </a:p>
        </p:txBody>
      </p:sp>
      <p:sp>
        <p:nvSpPr>
          <p:cNvPr id="51" name="Shape 44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2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53" name="mdpr:1-2-e3669a:item-2:block-15-chunk-1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2200" dirty="0"/>
          </a:p>
        </p:txBody>
      </p:sp>
      <p:sp>
        <p:nvSpPr>
          <p:cNvPr id="54" name="Shape 46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5" name="Image 6" descr="chart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56" name="mdpr:1-2-e3669a:item-3:block-15-chunk-1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2200" dirty="0"/>
          </a:p>
        </p:txBody>
      </p:sp>
      <p:sp>
        <p:nvSpPr>
          <p:cNvPr id="57" name="Shape 48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8" name="Image 7" descr="flow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59" name="mdpr:1-2-e3669a:item-4:block-15-chunk-1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Connectors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7" name="mdpr:2-2-c23e9b:title:__title:2-2-c23e9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 (Cont. 2/2)</a:t>
            </a:r>
            <a:endParaRPr lang="en-US" sz="3400" dirty="0"/>
          </a:p>
        </p:txBody>
      </p:sp>
      <p:sp>
        <p:nvSpPr>
          <p:cNvPr id="38" name="mdpr:2-2-c23e9b:left:block-15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2200" dirty="0"/>
          </a:p>
        </p:txBody>
      </p:sp>
      <p:sp>
        <p:nvSpPr>
          <p:cNvPr id="39" name="mdpr:2-2-c23e9b:right:block-15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skeuomorphic-bevel, glassmorphism-surface, newmorphic-panel, clay-blob, bento-tile, liquid-lens.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37" name="mdpr:table-coherence-2f9a7b:title:__title:table-coherence-2f9a7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5" name="mdpr:table-coherence-2f9a7b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8" name="mdpr:1-2-2ff3f0:title:__title:1-2-2ff3f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39" name="mdpr:1-2-2ff3f0:body:block-19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40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37" name="mdpr:2-2-542095:title:__title:2-2-54209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7" name="mdpr:2-2-542095:table:block-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37" name="mdpr:1-2-b8955f:title:__title:1-2-b8955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38" name="Shape 35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CBD5E1">
              <a:alpha val="82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F0AA11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44" name="Text 41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45" name="Shape 42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47" name="Shape 44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49" name="Shape 46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CBD5E1">
              <a:alpha val="85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8FAFC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CBD5E1">
                <a:alpha val="95000"/>
              </a:srgbClr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CBD5E1">
                <a:alpha val="95000"/>
              </a:srgbClr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56" name="Text 53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57" name="Text 54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58" name="Text 55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37" name="mdpr:2-2-4dc4c1:title:__title:2-2-4dc4c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38" name="Shape 35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42" name="Shape 39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45" name="Text 42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0AA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46" name="Shape 43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49" name="Text 46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50" name="Shape 47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53" name="Text 50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54" name="Shape 51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0F766E"/>
            </a:solidFill>
            <a:prstDash val="solid"/>
            <a:tailEnd type="triangle"/>
          </a:ln>
        </p:spPr>
      </p:sp>
      <p:sp>
        <p:nvSpPr>
          <p:cNvPr id="55" name="Shape 52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0F766E"/>
            </a:solidFill>
            <a:prstDash val="solid"/>
            <a:tailEnd type="triangle"/>
          </a:ln>
        </p:spPr>
      </p:sp>
      <p:sp>
        <p:nvSpPr>
          <p:cNvPr id="56" name="Shape 53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0F766E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38" name="Shape 34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40" name="Shape 35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1" name="Shape 3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F0AA11">
              <a:alpha val="80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2" name="Shape 3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3" name="Shape 3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4" name="Shape 3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5" name="mdpr:1-2-ea42c8:title:__title:1-2-ea42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46" name="Shape 41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47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48" name="mdpr:1-2-ea42c8:item-1:block-27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</p:txBody>
      </p:sp>
      <p:sp>
        <p:nvSpPr>
          <p:cNvPr id="49" name="Shape 43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0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51" name="mdpr:1-2-ea42c8:item-2:block-27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Ticket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</p:txBody>
      </p:sp>
      <p:sp>
        <p:nvSpPr>
          <p:cNvPr id="52" name="Shape 45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3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54" name="mdpr:1-2-ea42c8:item-3:block-27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Two-corner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7" name="mdpr:2-2-4f71ba:title:__title:2-2-4f71b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38" name="mdpr:2-2-4f71ba:left:block-27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39" name="mdpr:2-2-4f71ba:right:block-27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38" name="Shape 34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40" name="Shape 35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42" name="Shape 36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3" name="Shape 37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4" name="Shape 38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5" name="Shape 39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6" name="Shape 40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7" name="mdpr:icon-and-text-aside-8429fc:title:__title:icon-and-text-aside-8429f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48" name="Shape 42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49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50" name="mdpr:icon-and-text-aside-8429fc:item-1:block-29"/>
          <p:cNvSpPr txBox="1"/>
          <p:nvPr/>
        </p:nvSpPr>
        <p:spPr>
          <a:xfrm>
            <a:off x="1689354" y="2033016"/>
            <a:ext cx="3961638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51" name="Shape 44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2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53" name="mdpr:icon-and-text-aside-8429fc:item-2:block-29"/>
          <p:cNvSpPr txBox="1"/>
          <p:nvPr/>
        </p:nvSpPr>
        <p:spPr>
          <a:xfrm>
            <a:off x="71757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54" name="Shape 46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5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56" name="mdpr:icon-and-text-aside-8429fc:item-3:block-29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57" name="Shape 48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8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59" name="mdpr:icon-and-text-aside-8429fc:item-4:block-29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38" name="Shape 34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40" name="Shape 35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42" name="Shape 36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3" name="Shape 37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4" name="Shape 38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5" name="Shape 39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6" name="Shape 40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7" name="mdpr:overflow-guard-f8d03e:title:__title:overflow-guard-f8d03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48" name="Shape 42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49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50" name="mdpr:overflow-guard-f8d03e:item-1:block-31"/>
          <p:cNvSpPr txBox="1"/>
          <p:nvPr/>
        </p:nvSpPr>
        <p:spPr>
          <a:xfrm>
            <a:off x="16893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51" name="Shape 44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2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53" name="mdpr:overflow-guard-f8d03e:item-2:block-31"/>
          <p:cNvSpPr txBox="1"/>
          <p:nvPr/>
        </p:nvSpPr>
        <p:spPr>
          <a:xfrm>
            <a:off x="7175754" y="1697736"/>
            <a:ext cx="3961638" cy="1450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54" name="Shape 46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5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56" name="mdpr:overflow-guard-f8d03e:item-3:block-31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57" name="Shape 48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8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59" name="mdpr:overflow-guard-f8d03e:item-4:block-31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6812280" y="1463040"/>
            <a:ext cx="443484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8" name="mdpr:image-safe-frame-d4d6a4:title:__title:image-safe-frame-d4d6a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39" name="mdpr:image-safe-frame-d4d6a4:body:block-33-block-33-block-33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40" name="mdpr:image-safe-frame-d4d6a4:image-1:block-34" descr="{&quot;mdpr&quot;:{&quot;slideId&quot;:&quot;image-safe-frame-d4d6a4&quot;,&quot;layoutSlideId&quot;:&quot;layout-image-safe-frame-d4d6a4&quot;,&quot;regionId&quot;:&quot;image-1&quot;,&quot;blockIds&quot;:[&quot;block-34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749808" y="1444752"/>
            <a:ext cx="4617720" cy="235915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sp>
        <p:nvSpPr>
          <p:cNvPr id="38" name="Shape 34"/>
          <p:cNvSpPr/>
          <p:nvPr/>
        </p:nvSpPr>
        <p:spPr>
          <a:xfrm>
            <a:off x="5577840" y="1481328"/>
            <a:ext cx="5532120" cy="22128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40" name="Shape 35"/>
          <p:cNvSpPr/>
          <p:nvPr/>
        </p:nvSpPr>
        <p:spPr>
          <a:xfrm>
            <a:off x="5577840" y="3913632"/>
            <a:ext cx="553212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1" name="Shape 36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2" name="mdpr:mixed-object-packing-438299:title:__title:mixed-object-packing-43829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43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5" name="mdpr:mixed-object-packing-438299:table:block-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5" name="mdpr:mixed-object-packing-438299:body:block-36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46" name="mdpr:mixed-object-packing-438299:image-1:block-39" descr="{&quot;mdpr&quot;:{&quot;slideId&quot;:&quot;mixed-object-packing-438299&quot;,&quot;layoutSlideId&quot;:&quot;layout-mixed-object-packing-438299&quot;,&quot;regionId&quot;:&quot;image-1&quot;,&quot;blockIds&quot;:[&quot;block-39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38" name="Shape 34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40" name="Shape 35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1" name="Shape 3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F0AA11">
              <a:alpha val="80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2" name="Shape 3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3" name="Shape 3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4" name="Shape 3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5" name="mdpr:actions-output-review-326e07:title:__title:actions-output-review-326e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46" name="Shape 41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47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48" name="mdpr:actions-output-review-326e07:item-1:block-4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49" name="Shape 43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0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51" name="mdpr:actions-output-review-326e07:item-2:block-4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52" name="Shape 45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3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54" name="mdpr:actions-output-review-326e07:item-3:block-4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111"/>
      </a:dk1>
      <a:lt1>
        <a:srgbClr val="F8FAFC"/>
      </a:lt1>
      <a:dk2>
        <a:srgbClr val="919191"/>
      </a:dk2>
      <a:lt2>
        <a:srgbClr val="FFFFFF"/>
      </a:lt2>
      <a:accent1>
        <a:srgbClr val="0F766E"/>
      </a:accent1>
      <a:accent2>
        <a:srgbClr val="F0AA11"/>
      </a:accent2>
      <a:accent3>
        <a:srgbClr val="0F766E"/>
      </a:accent3>
      <a:accent4>
        <a:srgbClr val="919191"/>
      </a:accent4>
      <a:accent5>
        <a:srgbClr val="CBD5E1"/>
      </a:accent5>
      <a:accent6>
        <a:srgbClr val="111111"/>
      </a:accent6>
      <a:hlink>
        <a:srgbClr val="0F766E"/>
      </a:hlink>
      <a:folHlink>
        <a:srgbClr val="F0AA11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2026-07-06T04:10:17Z</dcterms:created>
  <dcterms:modified xsi:type="dcterms:W3CDTF">2026-07-06T04:10:17Z</dcterms:modified>
</cp:coreProperties>
</file>