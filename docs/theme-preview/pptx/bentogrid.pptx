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8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F0AA1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1919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9191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1919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7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18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76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CBD5E1">
              <a:alpha val="9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54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55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56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57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58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59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60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61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62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63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64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65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66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67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68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0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41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1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42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43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3" name="Shape 38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F0AA11">
              <a:alpha val="80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6" name="Shape 41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7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48" name="Shape 43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49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50" name="mdpr:1-2-32ac08:item-1:block-6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51" name="Shape 45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2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53" name="mdpr:1-2-32ac08:item-2:block-6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54" name="Shape 47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5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56" name="mdpr:1-2-32ac08:item-3:block-6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9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40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41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3" name="Shape 38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F0AA11">
              <a:alpha val="80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6" name="Shape 41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7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48" name="Shape 43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49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50" name="mdpr:1-2-dfa474:item-1:block-8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51" name="Shape 45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2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53" name="mdpr:1-2-dfa474:item-2:block-8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54" name="Shape 47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5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56" name="mdpr:1-2-dfa474:item-3:block-8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9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40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41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9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40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41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9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40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41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38" name="Shape 36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headEnd type="triangle"/>
          </a:ln>
        </p:spPr>
      </p:sp>
      <p:sp>
        <p:nvSpPr>
          <p:cNvPr id="42" name="Shape 40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headEnd type="triangle"/>
          </a:ln>
        </p:spPr>
      </p:sp>
      <p:sp>
        <p:nvSpPr>
          <p:cNvPr id="43" name="Shape 41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57" name="Text 55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67" name="Text 65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72" name="Text 70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44" name="Shape 3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5" name="Shape 3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7" name="Shape 4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8" name="Shape 4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9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50" name="Shape 44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1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52" name="mdpr:1-2-e3669a:item-1:block-15-chunk-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53" name="Shape 46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4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55" name="mdpr:1-2-e3669a:item-2:block-15-chunk-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56" name="Shape 48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7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58" name="mdpr:1-2-e3669a:item-3:block-15-chunk-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59" name="Shape 50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60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61" name="mdpr:1-2-e3669a:item-4:block-15-chunk-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9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40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41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9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0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41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42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9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9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40" name="Shape 3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CBD5E1">
              <a:alpha val="82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F0AA11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46" name="Text 43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47" name="Shape 44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49" name="Shape 46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51" name="Shape 48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CBD5E1">
              <a:alpha val="85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8FAFC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CBD5E1">
                <a:alpha val="95000"/>
              </a:srgbClr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CBD5E1">
                <a:alpha val="95000"/>
              </a:srgbClr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58" name="Text 55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59" name="Text 56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9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40" name="Shape 37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43" name="Text 40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44" name="Shape 41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0AA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48" name="Shape 45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51" name="Text 48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52" name="Shape 49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55" name="Text 52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56" name="Shape 53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57" name="Shape 54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58" name="Shape 55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3" name="Shape 38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F0AA11">
              <a:alpha val="80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6" name="Shape 41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7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48" name="Shape 43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49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50" name="mdpr:1-2-ea42c8:item-1:block-27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51" name="Shape 45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2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53" name="mdpr:1-2-ea42c8:item-2:block-27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54" name="Shape 47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5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56" name="mdpr:1-2-ea42c8:item-3:block-27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9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40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41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44" name="Shape 3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5" name="Shape 3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7" name="Shape 4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8" name="Shape 4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9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50" name="Shape 44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1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52" name="mdpr:icon-and-text-aside-8429fc:item-1:block-2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53" name="Shape 46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4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55" name="mdpr:icon-and-text-aside-8429fc:item-2:block-2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56" name="Shape 48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7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58" name="mdpr:icon-and-text-aside-8429fc:item-3:block-29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59" name="Shape 50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60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61" name="mdpr:icon-and-text-aside-8429fc:item-4:block-29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44" name="Shape 3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5" name="Shape 3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7" name="Shape 4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8" name="Shape 4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9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50" name="Shape 44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1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52" name="mdpr:overflow-guard-f8d03e:item-1:block-3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53" name="Shape 46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4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55" name="mdpr:overflow-guard-f8d03e:item-2:block-3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56" name="Shape 48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7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58" name="mdpr:overflow-guard-f8d03e:item-3:block-3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59" name="Shape 50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60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61" name="mdpr:overflow-guard-f8d03e:item-4:block-31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6812280" y="1463040"/>
            <a:ext cx="44348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0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41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42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749808" y="1444752"/>
            <a:ext cx="4617720" cy="235915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5577840" y="1481328"/>
            <a:ext cx="5532120" cy="22128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5577840" y="3913632"/>
            <a:ext cx="55321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3" name="Shape 38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4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45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7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48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3" name="Shape 38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F0AA11">
              <a:alpha val="80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6" name="Shape 41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7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48" name="Shape 43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49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50" name="mdpr:actions-output-review-326e07:item-1:block-4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51" name="Shape 45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2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53" name="mdpr:actions-output-review-326e07:item-2:block-4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54" name="Shape 47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5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56" name="mdpr:actions-output-review-326e07:item-3:block-4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8FAFC"/>
      </a:lt1>
      <a:dk2>
        <a:srgbClr val="919191"/>
      </a:dk2>
      <a:lt2>
        <a:srgbClr val="FFFFFF"/>
      </a:lt2>
      <a:accent1>
        <a:srgbClr val="0F766E"/>
      </a:accent1>
      <a:accent2>
        <a:srgbClr val="F0AA11"/>
      </a:accent2>
      <a:accent3>
        <a:srgbClr val="0F766E"/>
      </a:accent3>
      <a:accent4>
        <a:srgbClr val="919191"/>
      </a:accent4>
      <a:accent5>
        <a:srgbClr val="CBD5E1"/>
      </a:accent5>
      <a:accent6>
        <a:srgbClr val="111111"/>
      </a:accent6>
      <a:hlink>
        <a:srgbClr val="0F766E"/>
      </a:hlink>
      <a:folHlink>
        <a:srgbClr val="F0AA11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2026-07-06T05:11:54Z</dcterms:created>
  <dcterms:modified xsi:type="dcterms:W3CDTF">2026-07-06T05:11:54Z</dcterms:modified>
</cp:coreProperties>
</file>