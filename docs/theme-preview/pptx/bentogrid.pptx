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0AA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2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53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54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55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56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57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58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59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60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61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62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63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64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65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66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39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40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41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38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39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38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39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38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39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38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9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36" name="Shape 3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0" name="Shape 3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1" name="Shape 3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70" name="Text 6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48" name="Shape 4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0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3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6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8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59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38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39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39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4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38" name="Shape 3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44" name="Text 4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56" name="Text 5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57" name="Text 5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38" name="Shape 3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42" name="Shape 3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0A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46" name="Shape 4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50" name="Shape 4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54" name="Shape 5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38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39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48" name="Shape 4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0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3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6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59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48" name="Shape 4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0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3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6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59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39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40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5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46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0F766E"/>
      </a:accent1>
      <a:accent2>
        <a:srgbClr val="F0AA11"/>
      </a:accent2>
      <a:accent3>
        <a:srgbClr val="0F766E"/>
      </a:accent3>
      <a:accent4>
        <a:srgbClr val="475569"/>
      </a:accent4>
      <a:accent5>
        <a:srgbClr val="CBD5E1"/>
      </a:accent5>
      <a:accent6>
        <a:srgbClr val="111827"/>
      </a:accent6>
      <a:hlink>
        <a:srgbClr val="0F766E"/>
      </a:hlink>
      <a:folHlink>
        <a:srgbClr val="F0A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2026-07-06T03:26:27Z</dcterms:created>
  <dcterms:modified xsi:type="dcterms:W3CDTF">2026-07-06T03:26:27Z</dcterms:modified>
</cp:coreProperties>
</file>