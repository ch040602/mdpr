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919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5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5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5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5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6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6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6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6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6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6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6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6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6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4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8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49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50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4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4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8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49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50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4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4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4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4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4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4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8" name="Shape 3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2" name="Shape 4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3" name="Shape 4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40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41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4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4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4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8" name="Text 5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9" name="Text 5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4" name="Shape 4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8" name="Shape 4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51" name="Text 4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2" name="Shape 4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6" name="Shape 5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8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49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50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4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4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50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1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2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3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50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1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2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3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4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8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49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50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919191"/>
      </a:accent4>
      <a:accent5>
        <a:srgbClr val="CBD5E1"/>
      </a:accent5>
      <a:accent6>
        <a:srgbClr val="111111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2026-07-10T07:03:17Z</dcterms:created>
  <dcterms:modified xsi:type="dcterms:W3CDTF">2026-07-10T07:03:17Z</dcterms:modified>
</cp:coreProperties>
</file>