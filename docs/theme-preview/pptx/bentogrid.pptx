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0AA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7556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2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53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54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55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56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57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58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59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60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61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62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63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64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65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66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39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40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41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38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39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38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39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38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39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38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39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36" name="Shape 34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0" name="Shape 38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1" name="Shape 39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45" name="Text 43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51" name="Shape 49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55" name="Text 5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60" name="Text 58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65" name="Text 63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7" name="Shape 65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70" name="Text 68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48" name="Shape 4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0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3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6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8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59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38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39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39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40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38" name="Shape 3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44" name="Text 41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56" name="Text 53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57" name="Text 54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38" name="Shape 35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42" name="Shape 39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45" name="Text 42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0A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46" name="Shape 43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50" name="Shape 47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54" name="Shape 51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38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39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48" name="Shape 4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0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3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6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8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59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Shape 3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48" name="Shape 42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50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2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53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54" name="Shape 46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5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56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57" name="Shape 48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8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59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39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40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43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5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46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38" name="Shape 34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0" name="Shape 35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46" name="Shape 41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47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48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49" name="Shape 43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51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52" name="Shape 45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3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54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8FAFC"/>
      </a:lt1>
      <a:dk2>
        <a:srgbClr val="475569"/>
      </a:dk2>
      <a:lt2>
        <a:srgbClr val="FFFFFF"/>
      </a:lt2>
      <a:accent1>
        <a:srgbClr val="0F766E"/>
      </a:accent1>
      <a:accent2>
        <a:srgbClr val="F0AA11"/>
      </a:accent2>
      <a:accent3>
        <a:srgbClr val="0F766E"/>
      </a:accent3>
      <a:accent4>
        <a:srgbClr val="475569"/>
      </a:accent4>
      <a:accent5>
        <a:srgbClr val="CBD5E1"/>
      </a:accent5>
      <a:accent6>
        <a:srgbClr val="111827"/>
      </a:accent6>
      <a:hlink>
        <a:srgbClr val="0F766E"/>
      </a:hlink>
      <a:folHlink>
        <a:srgbClr val="F0A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2026-07-06T03:50:32Z</dcterms:created>
  <dcterms:modified xsi:type="dcterms:W3CDTF">2026-07-06T03:50:32Z</dcterms:modified>
</cp:coreProperties>
</file>