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8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F0AA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919191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0F76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CBD5E1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919191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7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8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766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357055" y="6528816"/>
            <a:ext cx="2148840" cy="73152"/>
          </a:xfrm>
          <a:prstGeom prst="rect">
            <a:avLst/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CBD5E1">
              <a:alpha val="9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4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55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56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57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58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59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60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61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62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63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64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65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66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67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68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41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13258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1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42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43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48" name="mdpr:1-2-32ac08:item-1:block-6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49" name="mdpr:1-2-32ac08:item-2:block-6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50" name="mdpr:1-2-32ac08:item-3:block-6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40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41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48" name="mdpr:1-2-dfa474:item-1:block-8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49" name="mdpr:1-2-dfa474:item-2:block-8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50" name="mdpr:1-2-dfa474:item-3:block-8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40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41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40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41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40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41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38" name="Shape 36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41" name="Shape 39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2" name="Shape 40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headEnd type="triangle"/>
          </a:ln>
        </p:spPr>
      </p:sp>
      <p:sp>
        <p:nvSpPr>
          <p:cNvPr id="43" name="Shape 41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52" name="Text 50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53" name="Shape 51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4" name="Shape 52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57" name="Text 55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58" name="Shape 56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59" name="Shape 57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62" name="Text 60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63" name="Shape 61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4" name="Shape 62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67" name="Text 65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12700">
            <a:solidFill>
              <a:srgbClr val="0F766E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69" name="Shape 67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F8FAF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72" name="Text 70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389888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389888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40" name="mdpr:1-2-e3669a:left:block-15-chunk-1-block-15-chunk-1"/>
          <p:cNvSpPr txBox="1"/>
          <p:nvPr/>
        </p:nvSpPr>
        <p:spPr>
          <a:xfrm>
            <a:off x="89611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Surfaces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Layouts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1800" dirty="0"/>
          </a:p>
        </p:txBody>
      </p:sp>
      <p:sp>
        <p:nvSpPr>
          <p:cNvPr id="41" name="mdpr:1-2-e3669a:right:block-15-chunk-1-block-15-chunk-1"/>
          <p:cNvSpPr txBox="1"/>
          <p:nvPr/>
        </p:nvSpPr>
        <p:spPr>
          <a:xfrm>
            <a:off x="6473952" y="1499616"/>
            <a:ext cx="4791456" cy="43982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Evidence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Connectors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40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41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4956048" y="1426464"/>
            <a:ext cx="6199632" cy="440740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41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42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CBD5E1">
              <a:alpha val="82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F8FAFC"/>
          </a:solidFill>
          <a:ln w="12700">
            <a:solidFill>
              <a:srgbClr val="F8FAFC">
                <a:alpha val="0"/>
              </a:srgbClr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46" name="Text 43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49" name="Shape 46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51" name="Shape 48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CBD5E1">
              <a:alpha val="85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F8FAFC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CBD5E1">
                <a:alpha val="95000"/>
              </a:srgbClr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58" name="Text 55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59" name="Text 56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60" name="Text 57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91919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417320"/>
            <a:ext cx="10241280" cy="4343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40" name="Shape 37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43" name="Text 40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44" name="Shape 41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47" name="Text 44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F0AA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48" name="Shape 45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51" name="Text 48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52" name="Shape 49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55" name="Text 52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56" name="Shape 53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7" name="Shape 54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  <p:sp>
        <p:nvSpPr>
          <p:cNvPr id="58" name="Shape 55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0F766E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48" name="mdpr:1-2-ea42c8:item-1:block-27-chunk-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49" name="mdpr:1-2-ea42c8:item-2:block-27-chunk-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50" name="mdpr:1-2-ea42c8:item-3:block-27-chunk-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9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40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41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50" name="mdpr:icon-and-text-aside-8429fc:item-1:block-29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51" name="mdpr:icon-and-text-aside-8429fc:item-2:block-29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52" name="mdpr:icon-and-text-aside-8429fc:item-3:block-29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53" name="mdpr:icon-and-text-aside-8429fc:item-4:block-29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229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6309360" y="1463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8229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44" name="Shape 38"/>
          <p:cNvSpPr/>
          <p:nvPr/>
        </p:nvSpPr>
        <p:spPr>
          <a:xfrm>
            <a:off x="6309360" y="3749040"/>
            <a:ext cx="5029200" cy="19202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5" name="Shape 39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6" name="Shape 40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7" name="Shape 41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8" name="Shape 42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9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50" name="mdpr:overflow-guard-f8d03e:item-1:block-31"/>
          <p:cNvSpPr txBox="1"/>
          <p:nvPr/>
        </p:nvSpPr>
        <p:spPr>
          <a:xfrm>
            <a:off x="10424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51" name="mdpr:overflow-guard-f8d03e:item-2:block-31"/>
          <p:cNvSpPr txBox="1"/>
          <p:nvPr/>
        </p:nvSpPr>
        <p:spPr>
          <a:xfrm>
            <a:off x="6528816" y="1627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52" name="mdpr:overflow-guard-f8d03e:item-3:block-31"/>
          <p:cNvSpPr txBox="1"/>
          <p:nvPr/>
        </p:nvSpPr>
        <p:spPr>
          <a:xfrm>
            <a:off x="10424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53" name="mdpr:overflow-guard-f8d03e:item-4:block-31"/>
          <p:cNvSpPr txBox="1"/>
          <p:nvPr/>
        </p:nvSpPr>
        <p:spPr>
          <a:xfrm>
            <a:off x="6528816" y="3913632"/>
            <a:ext cx="4608576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6812280" y="1463040"/>
            <a:ext cx="4434840" cy="45262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39" name="Shape 36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0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41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42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749808" y="1444752"/>
            <a:ext cx="4617720" cy="235915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5577840" y="1481328"/>
            <a:ext cx="5532120" cy="221284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5577840" y="3913632"/>
            <a:ext cx="5532120" cy="201168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4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45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7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48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6128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2821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29514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6207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2900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99592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6285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978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9671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6364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3056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9749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6442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3135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098280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665208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32136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799064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65992" y="530352"/>
            <a:ext cx="0" cy="5797296"/>
          </a:xfrm>
          <a:prstGeom prst="line">
            <a:avLst/>
          </a:prstGeom>
          <a:noFill/>
          <a:ln w="12700">
            <a:solidFill>
              <a:srgbClr val="CBD5E1">
                <a:alpha val="18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94360" y="53035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" y="109728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166420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" y="223113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279806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" y="336499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4360" y="3931920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4498848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4360" y="5065776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" y="5632704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" y="6199632"/>
            <a:ext cx="11002975" cy="0"/>
          </a:xfrm>
          <a:prstGeom prst="line">
            <a:avLst/>
          </a:prstGeom>
          <a:noFill/>
          <a:ln w="12700">
            <a:solidFill>
              <a:srgbClr val="CBD5E1">
                <a:alpha val="16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8368" y="603504"/>
            <a:ext cx="1005840" cy="292608"/>
          </a:xfrm>
          <a:prstGeom prst="roundRect">
            <a:avLst>
              <a:gd name="adj" fmla="val 12500"/>
            </a:avLst>
          </a:prstGeom>
          <a:solidFill>
            <a:srgbClr val="0F766E">
              <a:alpha val="28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859975" y="5980176"/>
            <a:ext cx="1591056" cy="292608"/>
          </a:xfrm>
          <a:prstGeom prst="roundRect">
            <a:avLst>
              <a:gd name="adj" fmla="val 12500"/>
            </a:avLst>
          </a:prstGeom>
          <a:solidFill>
            <a:srgbClr val="F0AA11">
              <a:alpha val="18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600639" y="457200"/>
            <a:ext cx="914400" cy="256032"/>
          </a:xfrm>
          <a:prstGeom prst="roundRect">
            <a:avLst>
              <a:gd name="adj" fmla="val 14286"/>
            </a:avLst>
          </a:prstGeom>
          <a:solidFill>
            <a:srgbClr val="0F766E">
              <a:alpha val="92000"/>
            </a:srgbClr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pic>
        <p:nvPicPr>
          <p:cNvPr id="37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914400" y="186537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39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40" name="Shape 36"/>
          <p:cNvSpPr/>
          <p:nvPr/>
        </p:nvSpPr>
        <p:spPr>
          <a:xfrm>
            <a:off x="914400" y="3191256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pic>
        <p:nvPicPr>
          <p:cNvPr id="41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42" name="Shape 37"/>
          <p:cNvSpPr/>
          <p:nvPr/>
        </p:nvSpPr>
        <p:spPr>
          <a:xfrm>
            <a:off x="914400" y="4507992"/>
            <a:ext cx="10241280" cy="1024128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8000"/>
              </a:srgbClr>
            </a:outerShdw>
          </a:effectLst>
        </p:spPr>
      </p:sp>
      <p:sp>
        <p:nvSpPr>
          <p:cNvPr id="43" name="Shape 38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F0AA11">
              <a:alpha val="80000"/>
            </a:srgbClr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4" name="Shape 39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5" name="Shape 40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F0AA11"/>
          </a:solidFill>
          <a:ln w="12700">
            <a:solidFill>
              <a:srgbClr val="F0AA11">
                <a:alpha val="0"/>
              </a:srgbClr>
            </a:solidFill>
            <a:prstDash val="solid"/>
          </a:ln>
        </p:spPr>
      </p:sp>
      <p:sp>
        <p:nvSpPr>
          <p:cNvPr id="46" name="Shape 41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7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48" name="mdpr:actions-output-review-326e07:item-1:block-41"/>
          <p:cNvSpPr txBox="1"/>
          <p:nvPr/>
        </p:nvSpPr>
        <p:spPr>
          <a:xfrm>
            <a:off x="1133856" y="195754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49" name="mdpr:actions-output-review-326e07:item-2:block-41"/>
          <p:cNvSpPr txBox="1"/>
          <p:nvPr/>
        </p:nvSpPr>
        <p:spPr>
          <a:xfrm>
            <a:off x="1133856" y="3283428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50" name="mdpr:actions-output-review-326e07:item-3:block-41"/>
          <p:cNvSpPr txBox="1"/>
          <p:nvPr/>
        </p:nvSpPr>
        <p:spPr>
          <a:xfrm>
            <a:off x="1133856" y="4600164"/>
            <a:ext cx="9820656" cy="839785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0F76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F8FAFC"/>
      </a:lt1>
      <a:dk2>
        <a:srgbClr val="919191"/>
      </a:dk2>
      <a:lt2>
        <a:srgbClr val="FFFFFF"/>
      </a:lt2>
      <a:accent1>
        <a:srgbClr val="0F766E"/>
      </a:accent1>
      <a:accent2>
        <a:srgbClr val="F0AA11"/>
      </a:accent2>
      <a:accent3>
        <a:srgbClr val="0F766E"/>
      </a:accent3>
      <a:accent4>
        <a:srgbClr val="919191"/>
      </a:accent4>
      <a:accent5>
        <a:srgbClr val="CBD5E1"/>
      </a:accent5>
      <a:accent6>
        <a:srgbClr val="111111"/>
      </a:accent6>
      <a:hlink>
        <a:srgbClr val="0F766E"/>
      </a:hlink>
      <a:folHlink>
        <a:srgbClr val="F0AA1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2026-07-10T06:44:40Z</dcterms:created>
  <dcterms:modified xsi:type="dcterms:W3CDTF">2026-07-10T06:44:40Z</dcterms:modified>
</cp:coreProperties>
</file>