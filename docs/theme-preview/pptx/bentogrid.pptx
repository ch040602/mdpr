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919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45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46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47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48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49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50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51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52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44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5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6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7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8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9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50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1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2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0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1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42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7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38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0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1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42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7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38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43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44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43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44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7" name="Shape 3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37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38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7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38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40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39" name="Shape 3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7" name="Text 54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9" name="Shape 36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3" name="Shape 40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7" name="Shape 44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50" name="Text 47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1" name="Shape 48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5" name="Shape 52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0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1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42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8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4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4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40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1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0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1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42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919191"/>
      </a:accent4>
      <a:accent5>
        <a:srgbClr val="CBD5E1"/>
      </a:accent5>
      <a:accent6>
        <a:srgbClr val="111111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2026-07-13T19:16:41Z</dcterms:created>
  <dcterms:modified xsi:type="dcterms:W3CDTF">2026-07-13T19:16:41Z</dcterms:modified>
</cp:coreProperties>
</file>