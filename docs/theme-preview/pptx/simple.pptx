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57276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92786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282952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38044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Semantics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993136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34822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70332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058412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413504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4768596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512368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547878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0" name="Shape 5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10" name="Shape 5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Plain / clean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low-decoration baselines.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Semantics</a:t>
            </a:r>
            <a:endParaRPr lang="en-US" sz="3400" dirty="0"/>
          </a:p>
        </p:txBody>
      </p:sp>
      <p:sp>
        <p:nvSpPr>
          <p:cNvPr id="12" name="Shape 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5" name="Shape 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18" name="Shape 10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21" name="Shape 1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E5E7EB">
              <a:alpha val="82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E5E7EB">
              <a:alpha val="85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FD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12" name="Shape 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15" name="Shape 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18" name="Shape 10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1" name="Shape 1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12" name="Shape 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15" name="Shape 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18" name="Shape 10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1" name="Shape 1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0" name="Shape 5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4B5563"/>
      </a:dk2>
      <a:lt2>
        <a:srgbClr val="FFFFFF"/>
      </a:lt2>
      <a:accent1>
        <a:srgbClr val="2563EB"/>
      </a:accent1>
      <a:accent2>
        <a:srgbClr val="BFDBFE"/>
      </a:accent2>
      <a:accent3>
        <a:srgbClr val="2563EB"/>
      </a:accent3>
      <a:accent4>
        <a:srgbClr val="4B5563"/>
      </a:accent4>
      <a:accent5>
        <a:srgbClr val="E5E7EB"/>
      </a:accent5>
      <a:accent6>
        <a:srgbClr val="111827"/>
      </a:accent6>
      <a:hlink>
        <a:srgbClr val="2563EB"/>
      </a:hlink>
      <a:folHlink>
        <a:srgbClr val="BFDB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2026-06-20T12:46:02Z</dcterms:created>
  <dcterms:modified xsi:type="dcterms:W3CDTF">2026-06-20T12:46:02Z</dcterms:modified>
</cp:coreProperties>
</file>