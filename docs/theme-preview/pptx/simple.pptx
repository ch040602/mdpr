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BFDB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0" name="Shape 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3" name="Shape 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0" name="Shape 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3" name="Shape 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Shape 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Shape 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18" name="Shape 1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1" name="Shape 1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BFDBF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3" name="Text 2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FDB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1" name="Shape 1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2" name="Shape 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5" name="Shape 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8" name="Shape 1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1" name="Shape 1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2" name="Shape 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5" name="Shape 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8" name="Shape 1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1" name="Shape 1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0" name="Shape 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3" name="Shape 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2563EB"/>
      </a:accent1>
      <a:accent2>
        <a:srgbClr val="BFDBFE"/>
      </a:accent2>
      <a:accent3>
        <a:srgbClr val="2563EB"/>
      </a:accent3>
      <a:accent4>
        <a:srgbClr val="4B5563"/>
      </a:accent4>
      <a:accent5>
        <a:srgbClr val="E5E7EB"/>
      </a:accent5>
      <a:accent6>
        <a:srgbClr val="111827"/>
      </a:accent6>
      <a:hlink>
        <a:srgbClr val="2563EB"/>
      </a:hlink>
      <a:folHlink>
        <a:srgbClr val="BFDB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2026-06-20T13:07:17Z</dcterms:created>
  <dcterms:modified xsi:type="dcterms:W3CDTF">2026-06-20T13:07:17Z</dcterms:modified>
</cp:coreProperties>
</file>