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0478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A7F3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FA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7415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6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78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3" name="Shape 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6" name="Shape 10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3" name="Shape 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16" name="Shape 10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Semantics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1FAE5">
              <a:alpha val="82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A7F3D0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1FAE5">
              <a:alpha val="85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9FAFB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1FAE5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1FAE5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A7F3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3" name="Shape 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6" name="Shape 10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9FAFB"/>
      </a:lt1>
      <a:dk2>
        <a:srgbClr val="374151"/>
      </a:dk2>
      <a:lt2>
        <a:srgbClr val="FFFFFF"/>
      </a:lt2>
      <a:accent1>
        <a:srgbClr val="047857"/>
      </a:accent1>
      <a:accent2>
        <a:srgbClr val="A7F3D0"/>
      </a:accent2>
      <a:accent3>
        <a:srgbClr val="047857"/>
      </a:accent3>
      <a:accent4>
        <a:srgbClr val="374151"/>
      </a:accent4>
      <a:accent5>
        <a:srgbClr val="D1FAE5"/>
      </a:accent5>
      <a:accent6>
        <a:srgbClr val="111827"/>
      </a:accent6>
      <a:hlink>
        <a:srgbClr val="047857"/>
      </a:hlink>
      <a:folHlink>
        <a:srgbClr val="A7F3D0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2026-06-20T12:46:30Z</dcterms:created>
  <dcterms:modified xsi:type="dcterms:W3CDTF">2026-06-20T12:46:30Z</dcterms:modified>
</cp:coreProperties>
</file>