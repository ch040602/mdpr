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4785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A7F3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1FA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7415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37415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6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78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3776" y="1005840"/>
            <a:ext cx="73152" cy="4846320"/>
          </a:xfrm>
          <a:prstGeom prst="rect">
            <a:avLst/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3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3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9FAF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4785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FA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1FAE5">
              <a:alpha val="82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A7F3D0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9FAFB"/>
          </a:solidFill>
          <a:ln w="12700">
            <a:solidFill>
              <a:srgbClr val="F9FAFB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1FAE5">
              <a:alpha val="8500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9FAFB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1FAE5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37415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A7F3D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D1FA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4785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5" name="Text 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6" name="Shape 10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22" name="Shape 14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3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5" name="Shape 16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6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9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A7F3D0"/>
          </a:solidFill>
          <a:ln w="12700">
            <a:solidFill>
              <a:srgbClr val="A7F3D0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047857"/>
          </a:solidFill>
          <a:ln w="12700">
            <a:solidFill>
              <a:srgbClr val="047857">
                <a:alpha val="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1417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914400" y="2560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914400" y="3703320"/>
            <a:ext cx="1024128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D1FAE5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12" name="Text 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3" name="Shape 8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4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6" name="Shape 10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17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9" name="Shape 12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9FAFB"/>
          </a:solidFill>
          <a:ln w="12700">
            <a:solidFill>
              <a:srgbClr val="D1FAE5"/>
            </a:solidFill>
            <a:prstDash val="solid"/>
          </a:ln>
        </p:spPr>
      </p:sp>
      <p:pic>
        <p:nvPicPr>
          <p:cNvPr id="20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4785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9FAFB"/>
      </a:lt1>
      <a:dk2>
        <a:srgbClr val="374151"/>
      </a:dk2>
      <a:lt2>
        <a:srgbClr val="FFFFFF"/>
      </a:lt2>
      <a:accent1>
        <a:srgbClr val="047857"/>
      </a:accent1>
      <a:accent2>
        <a:srgbClr val="A7F3D0"/>
      </a:accent2>
      <a:accent3>
        <a:srgbClr val="047857"/>
      </a:accent3>
      <a:accent4>
        <a:srgbClr val="374151"/>
      </a:accent4>
      <a:accent5>
        <a:srgbClr val="D1FAE5"/>
      </a:accent5>
      <a:accent6>
        <a:srgbClr val="111827"/>
      </a:accent6>
      <a:hlink>
        <a:srgbClr val="047857"/>
      </a:hlink>
      <a:folHlink>
        <a:srgbClr val="A7F3D0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2026-06-20T13:07:49Z</dcterms:created>
  <dcterms:modified xsi:type="dcterms:W3CDTF">2026-06-20T13:07:49Z</dcterms:modified>
</cp:coreProperties>
</file>