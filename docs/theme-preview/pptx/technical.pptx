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0478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A7F3D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1FA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7415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74151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4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478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3776" y="1005840"/>
            <a:ext cx="73152" cy="4846320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6199632"/>
            <a:ext cx="2011680" cy="4572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080760" y="1389888"/>
            <a:ext cx="22860" cy="4663440"/>
          </a:xfrm>
          <a:prstGeom prst="rect">
            <a:avLst/>
          </a:prstGeom>
          <a:solidFill>
            <a:srgbClr val="D1FAE5">
              <a:alpha val="9000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389888"/>
            <a:ext cx="73152" cy="65836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194560"/>
            <a:ext cx="73152" cy="658368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2990088"/>
            <a:ext cx="73152" cy="65836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94760"/>
            <a:ext cx="73152" cy="658368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4599432"/>
            <a:ext cx="73152" cy="65836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5394960"/>
            <a:ext cx="73152" cy="658368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72784" y="1389888"/>
            <a:ext cx="73152" cy="65836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72784" y="2194560"/>
            <a:ext cx="73152" cy="658368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72784" y="2990088"/>
            <a:ext cx="73152" cy="65836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3794760"/>
            <a:ext cx="73152" cy="658368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4599432"/>
            <a:ext cx="73152" cy="65836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5394960"/>
            <a:ext cx="73152" cy="658368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19" name="Text 17"/>
          <p:cNvSpPr txBox="1"/>
          <p:nvPr/>
        </p:nvSpPr>
        <p:spPr>
          <a:xfrm>
            <a:off x="1042416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Preview Purpose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042416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042416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Style Families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042416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1042416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042416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Table Coherence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14813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Chart and Table Pair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22860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Editable Proof Objects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3081528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Object Shape Grammar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38862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Icon and Text Aside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4690872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Overflow Guard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5486400"/>
            <a:ext cx="4645152" cy="4754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A7F3D0">
              <a:alpha val="80000"/>
            </a:srgbClr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8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A7F3D0">
              <a:alpha val="80000"/>
            </a:srgbClr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5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 / minimalism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restrained structural baselines.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8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1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7" name="Image 4" descr="tab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6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D1FAE5">
              <a:alpha val="8200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A7F3D0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D1FAE5">
              <a:alpha val="8500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9FAFB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D1FAE5">
                <a:alpha val="9500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D1FAE5">
                <a:alpha val="9500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4" name="Text 21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A7F3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7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0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6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7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0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3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6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A7F3D0">
              <a:alpha val="80000"/>
            </a:srgbClr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4" name="Shape 9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5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9321" y="195754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7" name="Shape 11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8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9321" y="3283428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20" name="Shape 13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1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699321" y="4600164"/>
            <a:ext cx="9255191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9FAFB"/>
      </a:lt1>
      <a:dk2>
        <a:srgbClr val="374151"/>
      </a:dk2>
      <a:lt2>
        <a:srgbClr val="FFFFFF"/>
      </a:lt2>
      <a:accent1>
        <a:srgbClr val="047857"/>
      </a:accent1>
      <a:accent2>
        <a:srgbClr val="A7F3D0"/>
      </a:accent2>
      <a:accent3>
        <a:srgbClr val="047857"/>
      </a:accent3>
      <a:accent4>
        <a:srgbClr val="374151"/>
      </a:accent4>
      <a:accent5>
        <a:srgbClr val="D1FAE5"/>
      </a:accent5>
      <a:accent6>
        <a:srgbClr val="111827"/>
      </a:accent6>
      <a:hlink>
        <a:srgbClr val="047857"/>
      </a:hlink>
      <a:folHlink>
        <a:srgbClr val="A7F3D0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2026-06-20T14:27:21Z</dcterms:created>
  <dcterms:modified xsi:type="dcterms:W3CDTF">2026-06-20T14:27:21Z</dcterms:modified>
</cp:coreProperties>
</file>