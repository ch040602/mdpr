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478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F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FA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78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1FAE5">
              <a:alpha val="90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FAE5">
              <a:alpha val="82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FAE5">
              <a:alpha val="85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9FAFB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F3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FFFFF"/>
      </a:lt2>
      <a:accent1>
        <a:srgbClr val="047857"/>
      </a:accent1>
      <a:accent2>
        <a:srgbClr val="A7F3D0"/>
      </a:accent2>
      <a:accent3>
        <a:srgbClr val="047857"/>
      </a:accent3>
      <a:accent4>
        <a:srgbClr val="374151"/>
      </a:accent4>
      <a:accent5>
        <a:srgbClr val="D1FAE5"/>
      </a:accent5>
      <a:accent6>
        <a:srgbClr val="111827"/>
      </a:accent6>
      <a:hlink>
        <a:srgbClr val="047857"/>
      </a:hlink>
      <a:folHlink>
        <a:srgbClr val="A7F3D0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2026-06-20T14:51:54Z</dcterms:created>
  <dcterms:modified xsi:type="dcterms:W3CDTF">2026-06-20T14:51:54Z</dcterms:modified>
</cp:coreProperties>
</file>