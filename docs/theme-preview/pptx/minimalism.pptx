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49494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7" name="Shape 12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9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2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5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7" name="Shape 12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9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2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5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8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7" name="Shape 12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9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2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5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6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7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7" name="Shape 12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9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2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FFF"/>
      </a:lt1>
      <a:dk2>
        <a:srgbClr val="949494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949494"/>
      </a:accent4>
      <a:accent5>
        <a:srgbClr val="E5E7EB"/>
      </a:accent5>
      <a:accent6>
        <a:srgbClr val="111111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2026-07-06T05:11:20Z</dcterms:created>
  <dcterms:modified xsi:type="dcterms:W3CDTF">2026-07-06T05:11:20Z</dcterms:modified>
</cp:coreProperties>
</file>