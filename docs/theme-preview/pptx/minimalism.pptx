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11182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E5E7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image" Target="../media/image-8-9.png"/><Relationship Id="rId10" Type="http://schemas.openxmlformats.org/officeDocument/2006/relationships/image" Target="../media/image-8-10.svg"/><Relationship Id="rId11" Type="http://schemas.openxmlformats.org/officeDocument/2006/relationships/image" Target="../media/image-8-11.png"/><Relationship Id="rId12" Type="http://schemas.openxmlformats.org/officeDocument/2006/relationships/image" Target="../media/image-8-12.svg"/><Relationship Id="rId13" Type="http://schemas.openxmlformats.org/officeDocument/2006/relationships/image" Target="../media/image-8-13.png"/><Relationship Id="rId14" Type="http://schemas.openxmlformats.org/officeDocument/2006/relationships/image" Target="../media/image-8-14.svg"/><Relationship Id="rId15" Type="http://schemas.openxmlformats.org/officeDocument/2006/relationships/image" Target="../media/image-8-15.png"/><Relationship Id="rId16" Type="http://schemas.openxmlformats.org/officeDocument/2006/relationships/image" Target="../media/image-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image" Target="../media/image-18-9.png"/><Relationship Id="rId10" Type="http://schemas.openxmlformats.org/officeDocument/2006/relationships/image" Target="../media/image-18-10.sv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sv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sv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11" name="Shape 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7" name="Shape 1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11" name="Shape 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7" name="Shape 1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9" name="Shape 7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head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827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E5E7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4" name="Text 21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E5E7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13" name="Shape 7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4" descr="flow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15" name="Text 8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6" name="Shape 9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5" descr="verified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9" name="Shape 11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0" name="Image 6" descr="spark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22" name="Shape 13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23" name="Image 7" descr="chart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2194505" cy="0"/>
          </a:xfrm>
          <a:prstGeom prst="line">
            <a:avLst/>
          </a:prstGeom>
          <a:noFill/>
          <a:ln w="12700">
            <a:solidFill>
              <a:srgbClr val="111827">
                <a:alpha val="8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38767" y="6199632"/>
            <a:ext cx="2103120" cy="0"/>
          </a:xfrm>
          <a:prstGeom prst="line">
            <a:avLst/>
          </a:prstGeom>
          <a:noFill/>
          <a:ln w="12700">
            <a:solidFill>
              <a:srgbClr val="E5E7EB">
                <a:alpha val="82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E5E7EB"/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>
                <a:alpha val="0"/>
              </a:srgbClr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86868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2560320"/>
            <a:ext cx="1024128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3703320"/>
            <a:ext cx="10241280" cy="8686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11" name="Shape 6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2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14" name="Shape 8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5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7" name="Shape 10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8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111827"/>
      </a:accent1>
      <a:accent2>
        <a:srgbClr val="E5E7EB"/>
      </a:accent2>
      <a:accent3>
        <a:srgbClr val="111827"/>
      </a:accent3>
      <a:accent4>
        <a:srgbClr val="4B5563"/>
      </a:accent4>
      <a:accent5>
        <a:srgbClr val="E5E7EB"/>
      </a:accent5>
      <a:accent6>
        <a:srgbClr val="111827"/>
      </a:accent6>
      <a:hlink>
        <a:srgbClr val="111827"/>
      </a:hlink>
      <a:folHlink>
        <a:srgbClr val="E5E7EB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2026-06-20T13:07:56Z</dcterms:created>
  <dcterms:modified xsi:type="dcterms:W3CDTF">2026-06-20T13:07:56Z</dcterms:modified>
</cp:coreProperties>
</file>