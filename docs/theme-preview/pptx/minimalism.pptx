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0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E5E7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9494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49494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9494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9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0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E5E7EB">
              <a:alpha val="9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1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2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3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4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5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6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7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28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29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0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1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2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3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4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5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8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8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9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7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8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7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8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7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8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7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8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7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8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5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7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5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5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5E7EB">
              <a:alpha val="82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E5E7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5E7EB">
              <a:alpha val="85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5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7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8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7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8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12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2" name="Shape 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4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5" name="Shape 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7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18" name="Shape 1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0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FFFFF"/>
      </a:lt1>
      <a:dk2>
        <a:srgbClr val="949494"/>
      </a:dk2>
      <a:lt2>
        <a:srgbClr val="FFFFFF"/>
      </a:lt2>
      <a:accent1>
        <a:srgbClr val="111827"/>
      </a:accent1>
      <a:accent2>
        <a:srgbClr val="E5E7EB"/>
      </a:accent2>
      <a:accent3>
        <a:srgbClr val="111827"/>
      </a:accent3>
      <a:accent4>
        <a:srgbClr val="949494"/>
      </a:accent4>
      <a:accent5>
        <a:srgbClr val="E5E7EB"/>
      </a:accent5>
      <a:accent6>
        <a:srgbClr val="111111"/>
      </a:accent6>
      <a:hlink>
        <a:srgbClr val="111827"/>
      </a:hlink>
      <a:folHlink>
        <a:srgbClr val="E5E7EB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2026-07-06T04:52:08Z</dcterms:created>
  <dcterms:modified xsi:type="dcterms:W3CDTF">2026-07-06T04:52:08Z</dcterms:modified>
</cp:coreProperties>
</file>