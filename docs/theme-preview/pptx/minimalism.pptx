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9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0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1118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E5E7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9494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49494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1118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49494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9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10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E5E7EB">
              <a:alpha val="9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26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7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8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9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30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1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2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3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4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5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6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7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38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39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40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3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3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4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7" name="mdpr:1-2-32ac08:item-1:block-6-chunk-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8" name="mdpr:1-2-32ac08:item-2:block-6-chunk-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19" name="mdpr:1-2-32ac08:item-3:block-6-chunk-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2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3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17" name="mdpr:1-2-dfa474:item-1:block-8-chunk-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18" name="mdpr:1-2-dfa474:item-2:block-8-chunk-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19" name="mdpr:1-2-dfa474:item-3:block-8-chunk-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12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3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2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3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12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3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headEnd type="triangle"/>
          </a:ln>
        </p:spPr>
      </p:sp>
      <p:sp>
        <p:nvSpPr>
          <p:cNvPr id="15" name="Shape 13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389888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389888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12" name="mdpr:1-2-e3669a:left:block-15-chunk-1-block-15-chunk-1"/>
          <p:cNvSpPr txBox="1"/>
          <p:nvPr/>
        </p:nvSpPr>
        <p:spPr>
          <a:xfrm>
            <a:off x="896112" y="1499616"/>
            <a:ext cx="4791456" cy="43982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Surfaces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1800" dirty="0"/>
          </a:p>
        </p:txBody>
      </p:sp>
      <p:sp>
        <p:nvSpPr>
          <p:cNvPr id="13" name="mdpr:1-2-e3669a:right:block-15-chunk-1-block-15-chunk-1"/>
          <p:cNvSpPr txBox="1"/>
          <p:nvPr/>
        </p:nvSpPr>
        <p:spPr>
          <a:xfrm>
            <a:off x="6473952" y="1499616"/>
            <a:ext cx="4791456" cy="43982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Evidence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12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3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0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2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0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0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1" name="Shape 8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E5E7EB">
              <a:alpha val="82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E5E7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4949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4949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E5E7EB">
              <a:alpha val="85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9" name="Text 26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4949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4949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4949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0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1" name="Shape 8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E5E7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7" name="Shape 24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7" name="mdpr:1-2-ea42c8:item-1:block-27-chunk-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18" name="mdpr:1-2-ea42c8:item-2:block-27-chunk-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19" name="mdpr:1-2-ea42c8:item-3:block-27-chunk-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2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3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7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8" name="mdpr:icon-and-text-aside-8429fc:item-1:block-29"/>
          <p:cNvSpPr txBox="1"/>
          <p:nvPr/>
        </p:nvSpPr>
        <p:spPr>
          <a:xfrm>
            <a:off x="10424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19" name="mdpr:icon-and-text-aside-8429fc:item-2:block-29"/>
          <p:cNvSpPr txBox="1"/>
          <p:nvPr/>
        </p:nvSpPr>
        <p:spPr>
          <a:xfrm>
            <a:off x="65288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0" name="mdpr:icon-and-text-aside-8429fc:item-3:block-29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1" name="mdpr:icon-and-text-aside-8429fc:item-4:block-29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7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8" name="mdpr:overflow-guard-f8d03e:item-1:block-31"/>
          <p:cNvSpPr txBox="1"/>
          <p:nvPr/>
        </p:nvSpPr>
        <p:spPr>
          <a:xfrm>
            <a:off x="10424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19" name="mdpr:overflow-guard-f8d03e:item-2:block-31"/>
          <p:cNvSpPr txBox="1"/>
          <p:nvPr/>
        </p:nvSpPr>
        <p:spPr>
          <a:xfrm>
            <a:off x="65288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0" name="mdpr:overflow-guard-f8d03e:item-3:block-31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1" name="mdpr:overflow-guard-f8d03e:item-4:block-31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1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2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3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6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17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85216" y="585216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585216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277295" y="6272784"/>
            <a:ext cx="329184" cy="0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06479" y="5943600"/>
            <a:ext cx="0" cy="329184"/>
          </a:xfrm>
          <a:prstGeom prst="line">
            <a:avLst/>
          </a:prstGeom>
          <a:noFill/>
          <a:ln w="12700">
            <a:solidFill>
              <a:srgbClr val="E5E7EB">
                <a:alpha val="72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49808" y="6437376"/>
            <a:ext cx="10692079" cy="0"/>
          </a:xfrm>
          <a:prstGeom prst="line">
            <a:avLst/>
          </a:prstGeom>
          <a:noFill/>
          <a:ln w="12700">
            <a:solidFill>
              <a:srgbClr val="E5E7EB">
                <a:alpha val="18000"/>
              </a:srgbClr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E5E7EB">
              <a:alpha val="80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7" name="mdpr:actions-output-review-326e07:item-1:block-4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8" name="mdpr:actions-output-review-326e07:item-2:block-4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19" name="mdpr:actions-output-review-326e07:item-3:block-4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FFFFF"/>
      </a:lt1>
      <a:dk2>
        <a:srgbClr val="949494"/>
      </a:dk2>
      <a:lt2>
        <a:srgbClr val="FFFFFF"/>
      </a:lt2>
      <a:accent1>
        <a:srgbClr val="111827"/>
      </a:accent1>
      <a:accent2>
        <a:srgbClr val="E5E7EB"/>
      </a:accent2>
      <a:accent3>
        <a:srgbClr val="111827"/>
      </a:accent3>
      <a:accent4>
        <a:srgbClr val="949494"/>
      </a:accent4>
      <a:accent5>
        <a:srgbClr val="E5E7EB"/>
      </a:accent5>
      <a:accent6>
        <a:srgbClr val="111111"/>
      </a:accent6>
      <a:hlink>
        <a:srgbClr val="111827"/>
      </a:hlink>
      <a:folHlink>
        <a:srgbClr val="E5E7EB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2026-07-10T07:02:45Z</dcterms:created>
  <dcterms:modified xsi:type="dcterms:W3CDTF">2026-07-10T07:02:45Z</dcterms:modified>
</cp:coreProperties>
</file>