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E5E7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B556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4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5E7EB">
              <a:alpha val="9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pruned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QA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 or soft raised surfaces.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chart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surfaces or metric rails.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 for ordinary decks.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clean-card, glass-surface, newmorphic-panel, data-rail, minimal-rule.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8" name="Image 1" descr="Safe frame diagram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Text 4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2" name="Image 3" descr="Safe frame diagram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FFFFF"/>
      </a:lt1>
      <a:dk2>
        <a:srgbClr val="4B5563"/>
      </a:dk2>
      <a:lt2>
        <a:srgbClr val="FFFFFF"/>
      </a:lt2>
      <a:accent1>
        <a:srgbClr val="111827"/>
      </a:accent1>
      <a:accent2>
        <a:srgbClr val="E5E7EB"/>
      </a:accent2>
      <a:accent3>
        <a:srgbClr val="111827"/>
      </a:accent3>
      <a:accent4>
        <a:srgbClr val="4B5563"/>
      </a:accent4>
      <a:accent5>
        <a:srgbClr val="E5E7EB"/>
      </a:accent5>
      <a:accent6>
        <a:srgbClr val="111827"/>
      </a:accent6>
      <a:hlink>
        <a:srgbClr val="111827"/>
      </a:hlink>
      <a:folHlink>
        <a:srgbClr val="E5E7EB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2026-06-22T03:16:22Z</dcterms:created>
  <dcterms:modified xsi:type="dcterms:W3CDTF">2026-06-22T03:16:22Z</dcterms:modified>
</cp:coreProperties>
</file>