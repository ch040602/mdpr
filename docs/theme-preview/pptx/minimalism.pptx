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0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9494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49494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9494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9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0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8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19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0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1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2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3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4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25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7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18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19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20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21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22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  <p:sp>
        <p:nvSpPr>
          <p:cNvPr id="23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3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4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3" name="mdpr:1-2-32ac08:item-1:block-6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4" name="mdpr:1-2-32ac08:item-2:block-6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5" name="mdpr:1-2-32ac08:item-3:block-6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0" name="mdpr:2-2-14f8eb:left:block-6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1" name="mdpr:2-2-14f8eb:right:block-6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3" name="mdpr:1-2-dfa474:item-1:block-8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14" name="mdpr:1-2-dfa474:item-2:block-8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15" name="mdpr:1-2-dfa474:item-3:block-8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0" name="mdpr:2-2-149bde:left:block-8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1" name="mdpr:2-2-149bde:right:block-8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523744"/>
            <a:ext cx="10241280" cy="1024128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849624"/>
            <a:ext cx="10241280" cy="102412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14400" y="2523744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14400" y="3849624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4" name="mdpr:1-2-5a84f1:item-1:block-10-chunk-1"/>
          <p:cNvSpPr txBox="1"/>
          <p:nvPr/>
        </p:nvSpPr>
        <p:spPr>
          <a:xfrm>
            <a:off x="1133856" y="261591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5" name="mdpr:1-2-5a84f1:item-2:block-10-chunk-1"/>
          <p:cNvSpPr txBox="1"/>
          <p:nvPr/>
        </p:nvSpPr>
        <p:spPr>
          <a:xfrm>
            <a:off x="1133856" y="394179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523744"/>
            <a:ext cx="10241280" cy="1024128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849624"/>
            <a:ext cx="10241280" cy="102412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14400" y="2523744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14400" y="3849624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4" name="mdpr:2-2-a9df10:item-1:block-10-chunk-2"/>
          <p:cNvSpPr txBox="1"/>
          <p:nvPr/>
        </p:nvSpPr>
        <p:spPr>
          <a:xfrm>
            <a:off x="1133856" y="261591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5" name="mdpr:2-2-a9df10:item-2:block-10-chunk-2"/>
          <p:cNvSpPr txBox="1"/>
          <p:nvPr/>
        </p:nvSpPr>
        <p:spPr>
          <a:xfrm>
            <a:off x="1133856" y="394179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0" name="mdpr:1-2-e3669a:left:block-15-chunk-1-block-15-chunk-1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11" name="mdpr:1-2-e3669a:right:block-15-chunk-1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0" name="mdpr:2-2-c23e9b:left:block-15-chunk-2-block-15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1800" dirty="0"/>
          </a:p>
        </p:txBody>
      </p:sp>
      <p:sp>
        <p:nvSpPr>
          <p:cNvPr id="11" name="mdpr:2-2-c23e9b:right:block-15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2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3" name="mdpr:1-2-ea42c8:item-1:block-27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4" name="mdpr:1-2-ea42c8:item-2:block-27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15" name="mdpr:1-2-ea42c8:item-3:block-27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1" name="mdpr:2-2-4f71ba:body:block-27-chunk-2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8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9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0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1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8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9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0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1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2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3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6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7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3" name="mdpr:actions-output-review-326e07:item-1:block-4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4" name="mdpr:actions-output-review-326e07:item-2:block-4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5" name="mdpr:actions-output-review-326e07:item-3:block-4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FFFFF"/>
      </a:lt1>
      <a:dk2>
        <a:srgbClr val="949494"/>
      </a:dk2>
      <a:lt2>
        <a:srgbClr val="FFFFFF"/>
      </a:lt2>
      <a:accent1>
        <a:srgbClr val="111827"/>
      </a:accent1>
      <a:accent2>
        <a:srgbClr val="E5E7EB"/>
      </a:accent2>
      <a:accent3>
        <a:srgbClr val="111827"/>
      </a:accent3>
      <a:accent4>
        <a:srgbClr val="949494"/>
      </a:accent4>
      <a:accent5>
        <a:srgbClr val="E5E7EB"/>
      </a:accent5>
      <a:accent6>
        <a:srgbClr val="111111"/>
      </a:accent6>
      <a:hlink>
        <a:srgbClr val="111827"/>
      </a:hlink>
      <a:folHlink>
        <a:srgbClr val="E5E7EB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2026-07-13T19:16:12Z</dcterms:created>
  <dcterms:modified xsi:type="dcterms:W3CDTF">2026-07-13T19:16:12Z</dcterms:modified>
</cp:coreProperties>
</file>