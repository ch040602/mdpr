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4B5563"/>
      </a:accent4>
      <a:accent5>
        <a:srgbClr val="E5E7EB"/>
      </a:accent5>
      <a:accent6>
        <a:srgbClr val="111827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2026-06-20T14:03:31Z</dcterms:created>
  <dcterms:modified xsi:type="dcterms:W3CDTF">2026-06-20T14:03:31Z</dcterms:modified>
</cp:coreProperties>
</file>