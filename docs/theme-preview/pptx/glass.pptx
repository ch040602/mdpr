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BD5E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BD5E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9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502920"/>
            <a:ext cx="11185855" cy="5852160"/>
          </a:xfrm>
          <a:prstGeom prst="rect">
            <a:avLst/>
          </a:prstGeom>
          <a:solidFill>
            <a:srgbClr val="8A4FFF">
              <a:alpha val="0"/>
            </a:srgbClr>
          </a:solidFill>
          <a:ln w="12700">
            <a:solidFill>
              <a:srgbClr val="FFFFFF">
                <a:alpha val="8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88575" y="6199632"/>
            <a:ext cx="16002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Shape 11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8" name="Shape 16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Shape 21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8" name="Shape 26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3" name="Shape 31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8" name="Shape 36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3" name="Shape 41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4B5FD">
              <a:alpha val="82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4B5FD">
              <a:alpha val="85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B1020"/>
          </a:solidFill>
          <a:ln w="12700">
            <a:solidFill>
              <a:srgbClr val="8A4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3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2D3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3" name="Text 1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4" name="Shape 18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0" name="Shape 22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1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3" name="Shape 24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34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0" name="Text 1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1" name="Shape 16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7" name="Shape 2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0B1020"/>
          </a:solidFill>
          <a:ln w="12700">
            <a:solidFill>
              <a:srgbClr val="C4B5FD"/>
            </a:solidFill>
            <a:prstDash val="solid"/>
          </a:ln>
        </p:spPr>
      </p:sp>
      <p:pic>
        <p:nvPicPr>
          <p:cNvPr id="2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0B1020"/>
      </a:lt1>
      <a:dk2>
        <a:srgbClr val="CBD5E1"/>
      </a:dk2>
      <a:lt2>
        <a:srgbClr val="17213A"/>
      </a:lt2>
      <a:accent1>
        <a:srgbClr val="8A4FFF"/>
      </a:accent1>
      <a:accent2>
        <a:srgbClr val="22D3EE"/>
      </a:accent2>
      <a:accent3>
        <a:srgbClr val="2563EB"/>
      </a:accent3>
      <a:accent4>
        <a:srgbClr val="CBD5E1"/>
      </a:accent4>
      <a:accent5>
        <a:srgbClr val="C4B5FD"/>
      </a:accent5>
      <a:accent6>
        <a:srgbClr val="F8FAFC"/>
      </a:accent6>
      <a:hlink>
        <a:srgbClr val="8A4FFF"/>
      </a:hlink>
      <a:folHlink>
        <a:srgbClr val="22D3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2026-06-20T13:08:13Z</dcterms:created>
  <dcterms:modified xsi:type="dcterms:W3CDTF">2026-06-20T13:08:13Z</dcterms:modified>
</cp:coreProperties>
</file>