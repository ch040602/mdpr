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8A4FFF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B1020"/>
      </a:lt1>
      <a:dk2>
        <a:srgbClr val="CBD5E1"/>
      </a:dk2>
      <a:lt2>
        <a:srgbClr val="17213A"/>
      </a:lt2>
      <a:accent1>
        <a:srgbClr val="8A4FFF"/>
      </a:accent1>
      <a:accent2>
        <a:srgbClr val="22D3EE"/>
      </a:accent2>
      <a:accent3>
        <a:srgbClr val="2563EB"/>
      </a:accent3>
      <a:accent4>
        <a:srgbClr val="CBD5E1"/>
      </a:accent4>
      <a:accent5>
        <a:srgbClr val="C4B5FD"/>
      </a:accent5>
      <a:accent6>
        <a:srgbClr val="F8FAFC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2026-06-20T14:15:46Z</dcterms:created>
  <dcterms:modified xsi:type="dcterms:W3CDTF">2026-06-20T14:15:46Z</dcterms:modified>
</cp:coreProperties>
</file>