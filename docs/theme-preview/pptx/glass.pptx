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7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8A4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22D3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8FAFC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4B5F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BD5E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CBD5E1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7.xm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sv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" y="502920"/>
            <a:ext cx="11185855" cy="5852160"/>
          </a:xfrm>
          <a:prstGeom prst="rect">
            <a:avLst/>
          </a:prstGeom>
          <a:solidFill>
            <a:srgbClr val="8A4FFF">
              <a:alpha val="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88575" y="6199632"/>
            <a:ext cx="16002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Composition Grammar QA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6199632"/>
            <a:ext cx="2011680" cy="4572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80760" y="1389888"/>
            <a:ext cx="22860" cy="4663440"/>
          </a:xfrm>
          <a:prstGeom prst="rect">
            <a:avLst/>
          </a:prstGeom>
          <a:solidFill>
            <a:srgbClr val="C4B5FD">
              <a:alpha val="9000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1389888"/>
            <a:ext cx="73152" cy="65836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2194560"/>
            <a:ext cx="73152" cy="65836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2990088"/>
            <a:ext cx="73152" cy="65836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3794760"/>
            <a:ext cx="73152" cy="65836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4599432"/>
            <a:ext cx="73152" cy="65836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5394960"/>
            <a:ext cx="73152" cy="65836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2784" y="1389888"/>
            <a:ext cx="73152" cy="65836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2784" y="2194560"/>
            <a:ext cx="73152" cy="65836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2784" y="2990088"/>
            <a:ext cx="73152" cy="65836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72784" y="3794760"/>
            <a:ext cx="73152" cy="65836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72784" y="4599432"/>
            <a:ext cx="73152" cy="65836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2784" y="5394960"/>
            <a:ext cx="73152" cy="65836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800" dirty="0"/>
          </a:p>
        </p:txBody>
      </p:sp>
      <p:sp>
        <p:nvSpPr>
          <p:cNvPr id="27" name="Text 25"/>
          <p:cNvSpPr txBox="1"/>
          <p:nvPr/>
        </p:nvSpPr>
        <p:spPr>
          <a:xfrm>
            <a:off x="1042416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Preview Purpose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1042416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1042416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Style Families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1042416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1042416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1042416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Table Coherence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6492240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Chart and Table Pair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6492240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Editable Proof Objects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6492240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Object Shape Grammar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6492240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Icon and Text Aside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6492240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Overflow Guard</a:t>
            </a:r>
            <a:endParaRPr lang="en-US" sz="1800" dirty="0"/>
          </a:p>
        </p:txBody>
      </p:sp>
      <p:sp>
        <p:nvSpPr>
          <p:cNvPr id="38" name="Text 36"/>
          <p:cNvSpPr txBox="1"/>
          <p:nvPr/>
        </p:nvSpPr>
        <p:spPr>
          <a:xfrm>
            <a:off x="6492240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Actions Output Review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4" name="Shape 11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3400" dirty="0"/>
          </a:p>
        </p:txBody>
      </p:sp>
      <p:sp>
        <p:nvSpPr>
          <p:cNvPr id="16" name="Text 1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decks must prove hierarchy, evidence, and object grammar before decoration.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Fixture type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Actions theme preview source.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shape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bullets, bounded tables, and one-slide diagrams.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Review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readable, coherent, composition-aware output.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22D3EE">
              <a:alpha val="80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1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6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22D3EE">
              <a:alpha val="80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1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 / minimalism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structural baselines.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6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/ technical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structured operational hierarchy.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warmer page rhythm.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 (Cont. 2/2)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or softly raised surfaces.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distinct surface and background grammar.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3" name="Text 1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24" name="Shape 18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5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8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30" name="Shape 22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1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33" name="Shape 24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4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6" name="Shape 14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7" name="Shape 15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8" name="Shape 16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3" name="Shape 21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8" name="Shape 26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3" name="Shape 31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8" name="Shape 36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3" name="Shape 41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4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20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3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4" name="Shape 11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C4B5FD">
              <a:alpha val="8200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22D3EE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0B1020"/>
          </a:solidFill>
          <a:ln w="12700">
            <a:solidFill>
              <a:srgbClr val="0B1020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20" name="Text 17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C4B5FD">
              <a:alpha val="8500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F8FAF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0B1020"/>
          </a:solidFill>
          <a:ln w="12700">
            <a:solidFill>
              <a:srgbClr val="8A4FF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C4B5FD">
                <a:alpha val="95000"/>
              </a:srgbClr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C4B5FD">
                <a:alpha val="9500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32" name="Text 29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3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4" name="Shape 11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7213A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7213A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2D3E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7213A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6" name="Shape 23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7213A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30" name="Shape 27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3" name="Text 1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4" name="Shape 18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5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8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30" name="Shape 22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1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3" name="Shape 24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4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3" name="Text 1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4" name="Shape 18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5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8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30" name="Shape 22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1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3" name="Shape 24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4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22D3EE">
              <a:alpha val="80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1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3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6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9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F8FAFC"/>
      </a:dk1>
      <a:lt1>
        <a:srgbClr val="0B1020"/>
      </a:lt1>
      <a:dk2>
        <a:srgbClr val="CBD5E1"/>
      </a:dk2>
      <a:lt2>
        <a:srgbClr val="17213A"/>
      </a:lt2>
      <a:accent1>
        <a:srgbClr val="8A4FFF"/>
      </a:accent1>
      <a:accent2>
        <a:srgbClr val="22D3EE"/>
      </a:accent2>
      <a:accent3>
        <a:srgbClr val="2563EB"/>
      </a:accent3>
      <a:accent4>
        <a:srgbClr val="CBD5E1"/>
      </a:accent4>
      <a:accent5>
        <a:srgbClr val="C4B5FD"/>
      </a:accent5>
      <a:accent6>
        <a:srgbClr val="F8FAFC"/>
      </a:accent6>
      <a:hlink>
        <a:srgbClr val="8A4FFF"/>
      </a:hlink>
      <a:folHlink>
        <a:srgbClr val="22D3E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Composition Grammar QA</dc:title>
  <dc:subject>Generated from Markdown through Presentation IR and Layout IR</dc:subject>
  <dc:creator>mdpresent</dc:creator>
  <cp:lastModifiedBy>mdpresent</cp:lastModifiedBy>
  <cp:revision>1</cp:revision>
  <dcterms:created xsi:type="dcterms:W3CDTF">2026-06-20T14:27:39Z</dcterms:created>
  <dcterms:modified xsi:type="dcterms:W3CDTF">2026-06-20T14:27:39Z</dcterms:modified>
</cp:coreProperties>
</file>