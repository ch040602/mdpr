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8A4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AFC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4B5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7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8A4FFF">
              <a:alpha val="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6199632"/>
            <a:ext cx="20116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389888"/>
            <a:ext cx="22860" cy="4663440"/>
          </a:xfrm>
          <a:prstGeom prst="rect">
            <a:avLst/>
          </a:prstGeom>
          <a:solidFill>
            <a:srgbClr val="C4B5FD">
              <a:alpha val="90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389888"/>
            <a:ext cx="73152" cy="65836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194560"/>
            <a:ext cx="7315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990088"/>
            <a:ext cx="73152" cy="65836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794760"/>
            <a:ext cx="7315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599432"/>
            <a:ext cx="73152" cy="65836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394960"/>
            <a:ext cx="7315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1389888"/>
            <a:ext cx="73152" cy="65836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2194560"/>
            <a:ext cx="7315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990088"/>
            <a:ext cx="73152" cy="65836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3794760"/>
            <a:ext cx="7315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4599432"/>
            <a:ext cx="73152" cy="65836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5394960"/>
            <a:ext cx="7315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Preview Purpose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Style Families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42416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Table Coherence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Chart and Table Pair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Editable Proof Objects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Object Shape Grammar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Icon and Text Aside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Overflow Guard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Actions Output Review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4" name="Shape 11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1" name="Text 1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3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6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9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1" name="Text 1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3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/ minimalism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restrained structural baselines.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6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9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3" name="Text 1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24" name="Shape 18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5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8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30" name="Shape 22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31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33" name="Shape 24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34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8" name="Shape 16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3" name="Shape 21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8" name="Shape 26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3" name="Shape 31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8" name="Shape 36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13A"/>
          </a:solidFill>
          <a:ln w="12700">
            <a:solidFill>
              <a:srgbClr val="8A4F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43" name="Shape 41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4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20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FF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A">
                        <a:alpha val="80000"/>
                      </a:srgbClr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3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4B5FD">
              <a:alpha val="82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C4B5FD">
              <a:alpha val="85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F8FAF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0B1020"/>
          </a:solidFill>
          <a:ln w="12700">
            <a:solidFill>
              <a:srgbClr val="8A4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C4B5FD">
                <a:alpha val="9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C4B5FD">
                <a:alpha val="9500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32" name="Text 29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13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7213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7213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7213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7213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3" name="Text 1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4" name="Shape 18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5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8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30" name="Shape 22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31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33" name="Shape 24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34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3" name="Text 1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4" name="Shape 18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5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8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30" name="Shape 22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31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33" name="Shape 24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34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7213A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8A4FFF">
                <a:alpha val="12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8A4FFF">
              <a:alpha val="88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8A4FFF">
              <a:alpha val="90000"/>
            </a:srgbClr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7213A">
              <a:alpha val="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8A4FFF">
                <a:alpha val="23000"/>
              </a:srgbClr>
            </a:glow>
          </a:effectLst>
        </p:spPr>
      </p:sp>
      <p:sp>
        <p:nvSpPr>
          <p:cNvPr id="21" name="Text 1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3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6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0B1020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29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8A4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8FAFC"/>
      </a:dk1>
      <a:lt1>
        <a:srgbClr val="0B1020"/>
      </a:lt1>
      <a:dk2>
        <a:srgbClr val="CBD5E1"/>
      </a:dk2>
      <a:lt2>
        <a:srgbClr val="17213A"/>
      </a:lt2>
      <a:accent1>
        <a:srgbClr val="8A4FFF"/>
      </a:accent1>
      <a:accent2>
        <a:srgbClr val="22D3EE"/>
      </a:accent2>
      <a:accent3>
        <a:srgbClr val="2563EB"/>
      </a:accent3>
      <a:accent4>
        <a:srgbClr val="CBD5E1"/>
      </a:accent4>
      <a:accent5>
        <a:srgbClr val="C4B5FD"/>
      </a:accent5>
      <a:accent6>
        <a:srgbClr val="F8FAFC"/>
      </a:accent6>
      <a:hlink>
        <a:srgbClr val="8A4FFF"/>
      </a:hlink>
      <a:folHlink>
        <a:srgbClr val="22D3E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2026-06-20T14:35:38Z</dcterms:created>
  <dcterms:modified xsi:type="dcterms:W3CDTF">2026-06-20T14:35:38Z</dcterms:modified>
</cp:coreProperties>
</file>