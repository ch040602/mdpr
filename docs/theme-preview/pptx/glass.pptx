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8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8A4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22D3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AFC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4B5F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BD5E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CBD5E1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8A4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AFC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4B5F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BD5E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7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sv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8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image" Target="../media/image-25-9.png"/><Relationship Id="rId10" Type="http://schemas.openxmlformats.org/officeDocument/2006/relationships/image" Target="../media/image-25-10.sv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502920"/>
            <a:ext cx="11185855" cy="5852160"/>
          </a:xfrm>
          <a:prstGeom prst="rect">
            <a:avLst/>
          </a:prstGeom>
          <a:solidFill>
            <a:srgbClr val="8A4FFF">
              <a:alpha val="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88575" y="6199632"/>
            <a:ext cx="16002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C4B5FD">
              <a:alpha val="9000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9" name="Text 27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38" name="Text 36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39" name="Text 37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40" name="Text 38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41" name="Text 39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42" name="Text 40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4" name="Shape 11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5 pruned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QA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22D3EE">
              <a:alpha val="80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1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6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22D3EE">
              <a:alpha val="80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1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default structure.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6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 or soft raised surfaces.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9" name="Image 5" descr="chart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surfaces or metric rails.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Clean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default structure for ordinary decks.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6" name="Shape 14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7" name="Shape 15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8" name="Shape 16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3" name="Shape 21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8" name="Shape 26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3" name="Shape 31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8" name="Shape 36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3" name="Shape 41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3" name="Text 1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24" name="Shape 18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5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8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</p:txBody>
      </p:sp>
      <p:sp>
        <p:nvSpPr>
          <p:cNvPr id="30" name="Shape 22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1" name="Image 6" descr="chart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</p:txBody>
      </p:sp>
      <p:sp>
        <p:nvSpPr>
          <p:cNvPr id="33" name="Shape 24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4" name="Image 7" descr="flow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Connectors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clean-card, glass-surface, newmorphic-panel, data-rail, minimal-rule.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3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4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3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3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4" name="Shape 11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C4B5FD">
              <a:alpha val="8200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22D3EE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0B1020"/>
          </a:solidFill>
          <a:ln w="12700">
            <a:solidFill>
              <a:srgbClr val="0B1020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20" name="Text 17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C4B5FD">
              <a:alpha val="8500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F8FAF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0B1020"/>
          </a:solidFill>
          <a:ln w="12700">
            <a:solidFill>
              <a:srgbClr val="8A4FF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C4B5FD">
                <a:alpha val="95000"/>
              </a:srgbClr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C4B5FD">
                <a:alpha val="9500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2" name="Text 29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3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4" name="Shape 11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2D3E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6" name="Shape 23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30" name="Shape 27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22D3EE">
              <a:alpha val="80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1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6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3" name="Text 1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4" name="Shape 18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5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8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30" name="Shape 22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1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3" name="Shape 24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4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3" name="Text 1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4" name="Shape 18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5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8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30" name="Shape 22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1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3" name="Shape 24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4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812280" y="1463040"/>
            <a:ext cx="4434840" cy="45262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4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6" name="Image 1" descr="Safe frame diagram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749808" y="1444752"/>
            <a:ext cx="4617720" cy="2359152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577840" y="1481328"/>
            <a:ext cx="5532120" cy="221284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5577840" y="3913632"/>
            <a:ext cx="5532120" cy="20116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1" name="Text 14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22" name="Image 3" descr="Safe frame diagram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22D3EE">
              <a:alpha val="80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1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3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6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9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F8FAFC"/>
      </a:dk1>
      <a:lt1>
        <a:srgbClr val="0B1020"/>
      </a:lt1>
      <a:dk2>
        <a:srgbClr val="CBD5E1"/>
      </a:dk2>
      <a:lt2>
        <a:srgbClr val="17213A"/>
      </a:lt2>
      <a:accent1>
        <a:srgbClr val="8A4FFF"/>
      </a:accent1>
      <a:accent2>
        <a:srgbClr val="22D3EE"/>
      </a:accent2>
      <a:accent3>
        <a:srgbClr val="2563EB"/>
      </a:accent3>
      <a:accent4>
        <a:srgbClr val="CBD5E1"/>
      </a:accent4>
      <a:accent5>
        <a:srgbClr val="C4B5FD"/>
      </a:accent5>
      <a:accent6>
        <a:srgbClr val="F8FAFC"/>
      </a:accent6>
      <a:hlink>
        <a:srgbClr val="8A4FFF"/>
      </a:hlink>
      <a:folHlink>
        <a:srgbClr val="22D3E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2026-06-21T16:53:51Z</dcterms:created>
  <dcterms:modified xsi:type="dcterms:W3CDTF">2026-06-21T16:53:51Z</dcterms:modified>
</cp:coreProperties>
</file>