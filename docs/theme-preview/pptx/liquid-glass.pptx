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111827">
              <a:alpha val="9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BAE6FD">
              <a:alpha val="90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7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AE6FD">
              <a:alpha val="82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BAE6FD">
              <a:alpha val="85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7111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8BF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7111F"/>
      </a:lt1>
      <a:dk2>
        <a:srgbClr val="6C6C6C"/>
      </a:dk2>
      <a:lt2>
        <a:srgbClr val="132238"/>
      </a:lt2>
      <a:accent1>
        <a:srgbClr val="7DD3FC"/>
      </a:accent1>
      <a:accent2>
        <a:srgbClr val="A78BFA"/>
      </a:accent2>
      <a:accent3>
        <a:srgbClr val="7DD3FC"/>
      </a:accent3>
      <a:accent4>
        <a:srgbClr val="6C6C6C"/>
      </a:accent4>
      <a:accent5>
        <a:srgbClr val="BAE6FD"/>
      </a:accent5>
      <a:accent6>
        <a:srgbClr val="F8F8F8"/>
      </a:accent6>
      <a:hlink>
        <a:srgbClr val="7DD3FC"/>
      </a:hlink>
      <a:folHlink>
        <a:srgbClr val="A78BF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2026-07-06T04:10:08Z</dcterms:created>
  <dcterms:modified xsi:type="dcterms:W3CDTF">2026-07-06T04:10:08Z</dcterms:modified>
</cp:coreProperties>
</file>