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AE6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AE6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DD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111827">
              <a:alpha val="9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BAE6FD">
              <a:alpha val="90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4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5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6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7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8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9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40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41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42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43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44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5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6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7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8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21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2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2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3" name="Shape 1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8" name="Shape 2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30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31" name="Shape 2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2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33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34" name="Shape 2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6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20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21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3" name="Shape 1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8" name="Shape 2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30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31" name="Shape 2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33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34" name="Shape 2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6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20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21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0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20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1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8" name="Shape 16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headEnd type="triangle"/>
          </a:ln>
        </p:spPr>
      </p:sp>
      <p:sp>
        <p:nvSpPr>
          <p:cNvPr id="23" name="Shape 2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4" name="Shape 2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9" name="Shape 27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4" name="Shape 32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9" name="Shape 37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4" name="Shape 42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9" name="Shape 47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5" name="Shape 1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9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30" name="Shape 2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32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33" name="Shape 2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4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5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6" name="Shape 2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7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8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9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40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41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20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21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2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20" name="Shape 1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BAE6FD">
              <a:alpha val="82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07111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6" name="Text 2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BAE6FD">
              <a:alpha val="85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8F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7111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BAE6FD">
                <a:alpha val="9500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BAE6FD">
                <a:alpha val="9500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20" name="Shape 1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A78BF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32" name="Shape 2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6" name="Shape 3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3" name="Shape 1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8" name="Shape 2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30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31" name="Shape 2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33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34" name="Shape 2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6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20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21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5" name="Shape 1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9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30" name="Shape 2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32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33" name="Shape 2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4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5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6" name="Shape 2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7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8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9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40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41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5" name="Shape 1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9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30" name="Shape 2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32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33" name="Shape 2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4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5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6" name="Shape 2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7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8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9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40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41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2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2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3" name="Shape 18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7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8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3" name="Shape 1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8" name="Shape 2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9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30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31" name="Shape 2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33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34" name="Shape 2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5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6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8F8"/>
      </a:dk1>
      <a:lt1>
        <a:srgbClr val="07111F"/>
      </a:lt1>
      <a:dk2>
        <a:srgbClr val="6C6C6C"/>
      </a:dk2>
      <a:lt2>
        <a:srgbClr val="132238"/>
      </a:lt2>
      <a:accent1>
        <a:srgbClr val="7DD3FC"/>
      </a:accent1>
      <a:accent2>
        <a:srgbClr val="A78BFA"/>
      </a:accent2>
      <a:accent3>
        <a:srgbClr val="7DD3FC"/>
      </a:accent3>
      <a:accent4>
        <a:srgbClr val="6C6C6C"/>
      </a:accent4>
      <a:accent5>
        <a:srgbClr val="BAE6FD"/>
      </a:accent5>
      <a:accent6>
        <a:srgbClr val="F8F8F8"/>
      </a:accent6>
      <a:hlink>
        <a:srgbClr val="7DD3FC"/>
      </a:hlink>
      <a:folHlink>
        <a:srgbClr val="A78BFA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2026-07-06T05:11:42Z</dcterms:created>
  <dcterms:modified xsi:type="dcterms:W3CDTF">2026-07-06T05:11:42Z</dcterms:modified>
</cp:coreProperties>
</file>