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7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5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6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7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8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9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0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1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2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24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25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26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27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28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29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  <p:sp>
        <p:nvSpPr>
          <p:cNvPr id="30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8" name="Shape 1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21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22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0" name="mdpr:1-2-32ac08:item-1:block-6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1" name="mdpr:1-2-32ac08:item-2:block-6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mdpr:1-2-32ac08:item-3:block-6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7" name="mdpr:2-2-14f8eb:left:block-6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8" name="mdpr:2-2-14f8eb:right:block-6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0" name="mdpr:1-2-dfa474:item-1:block-8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1" name="mdpr:1-2-dfa474:item-2:block-8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22" name="mdpr:1-2-dfa474:item-3:block-8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7" name="mdpr:2-2-149bde:left:block-8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8" name="mdpr:2-2-149bde:right:block-8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0" name="Shape 16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3" name="mdpr:1-2-5a84f1:item-1:block-10-chunk-1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4" name="mdpr:1-2-5a84f1:item-2:block-10-chunk-1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0" name="Shape 16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23" name="mdpr:2-2-a9df10:item-1:block-10-chunk-2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4" name="mdpr:2-2-a9df10:item-2:block-10-chunk-2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7" name="Shape 15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22" name="Shape 20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8" name="Shape 46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7" name="mdpr:1-2-e3669a:left:block-15-chunk-1-block-15-chunk-1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8" name="mdpr:1-2-e3669a:right:block-15-chunk-1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7" name="mdpr:2-2-c23e9b:left:block-15-chunk-2-block-15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1800" dirty="0"/>
          </a:p>
        </p:txBody>
      </p:sp>
      <p:sp>
        <p:nvSpPr>
          <p:cNvPr id="18" name="mdpr:2-2-c23e9b:right:block-15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8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8" name="Shape 15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20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8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8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BAE6FD">
              <a:alpha val="82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11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BAE6FD">
              <a:alpha val="85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7111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7" name="Text 34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8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9" name="Shape 16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8BF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5" name="Shape 32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0" name="mdpr:1-2-ea42c8:item-1:block-27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1" name="mdpr:1-2-ea42c8:item-2:block-27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2" name="mdpr:1-2-ea42c8:item-3:block-27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8" name="mdpr:2-2-4f71ba:body:block-27-chunk-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8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9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0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1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2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8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9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0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1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2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8" name="Shape 15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20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21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2" name="Shape 17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6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7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7DD3FC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7DD3FC">
                <a:alpha val="1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-180000">
            <a:off x="530352" y="438912"/>
            <a:ext cx="6583515" cy="146304"/>
          </a:xfrm>
          <a:prstGeom prst="roundRect">
            <a:avLst>
              <a:gd name="adj" fmla="val 375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20000">
            <a:off x="7558851" y="256032"/>
            <a:ext cx="3047924" cy="201168"/>
          </a:xfrm>
          <a:prstGeom prst="roundRect">
            <a:avLst>
              <a:gd name="adj" fmla="val 31818"/>
            </a:avLst>
          </a:prstGeom>
          <a:solidFill>
            <a:srgbClr val="7DD3FC">
              <a:alpha val="64000"/>
            </a:srgbClr>
          </a:solidFill>
          <a:ln w="12700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3" name="Shape 11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0" name="mdpr:actions-output-review-326e07:item-1:block-4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1" name="mdpr:actions-output-review-326e07:item-2:block-4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mdpr:actions-output-review-326e07:item-3:block-4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7111F"/>
      </a:lt1>
      <a:dk2>
        <a:srgbClr val="6C6C6C"/>
      </a:dk2>
      <a:lt2>
        <a:srgbClr val="132238"/>
      </a:lt2>
      <a:accent1>
        <a:srgbClr val="7DD3FC"/>
      </a:accent1>
      <a:accent2>
        <a:srgbClr val="A78BFA"/>
      </a:accent2>
      <a:accent3>
        <a:srgbClr val="7DD3FC"/>
      </a:accent3>
      <a:accent4>
        <a:srgbClr val="6C6C6C"/>
      </a:accent4>
      <a:accent5>
        <a:srgbClr val="BAE6FD"/>
      </a:accent5>
      <a:accent6>
        <a:srgbClr val="F8F8F8"/>
      </a:accent6>
      <a:hlink>
        <a:srgbClr val="7DD3FC"/>
      </a:hlink>
      <a:folHlink>
        <a:srgbClr val="A78BFA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2026-07-13T19:16:33Z</dcterms:created>
  <dcterms:modified xsi:type="dcterms:W3CDTF">2026-07-13T19:16:33Z</dcterms:modified>
</cp:coreProperties>
</file>