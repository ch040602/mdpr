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8F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AE6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C6C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C6C6C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8F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AE6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C6C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5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6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DD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BAE6FD">
              <a:alpha val="9000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35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36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37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38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9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40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41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42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43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44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45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46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47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48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0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21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Shape 16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1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22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23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3" name="Shape 1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7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8" name="mdpr:1-2-32ac08:item-1:block-6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9" name="mdpr:1-2-32ac08:item-2:block-6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30" name="mdpr:1-2-32ac08:item-3:block-6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20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21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3" name="Shape 1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7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28" name="mdpr:1-2-dfa474:item-1:block-8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9" name="mdpr:1-2-dfa474:item-2:block-8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30" name="mdpr:1-2-dfa474:item-3:block-8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20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21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20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1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20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1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2238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4" name="Shape 22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711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2238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9" name="Shape 27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711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2238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4" name="Shape 32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711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2238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9" name="Shape 37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711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2238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4" name="Shape 42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711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2238"/>
          </a:solidFill>
          <a:ln w="12700">
            <a:solidFill>
              <a:srgbClr val="7DD3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9" name="Shape 47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711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389888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389888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20" name="mdpr:1-2-e3669a:left:block-15-chunk-1-block-15-chunk-1"/>
          <p:cNvSpPr txBox="1"/>
          <p:nvPr/>
        </p:nvSpPr>
        <p:spPr>
          <a:xfrm>
            <a:off x="89611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1800" dirty="0"/>
          </a:p>
        </p:txBody>
      </p:sp>
      <p:sp>
        <p:nvSpPr>
          <p:cNvPr id="21" name="mdpr:1-2-e3669a:right:block-15-chunk-1-block-15-chunk-1"/>
          <p:cNvSpPr txBox="1"/>
          <p:nvPr/>
        </p:nvSpPr>
        <p:spPr>
          <a:xfrm>
            <a:off x="647395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20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21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Shape 1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0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21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BAE6FD">
              <a:alpha val="8200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BAE6FD">
              <a:alpha val="8500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F8F8F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07111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BAE6FD">
                <a:alpha val="9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BAE6FD">
                <a:alpha val="9500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8" name="Text 35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32238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32238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A78B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32238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132238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36" name="Shape 33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3" name="Shape 1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7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28" name="mdpr:1-2-ea42c8:item-1:block-27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9" name="mdpr:1-2-ea42c8:item-2:block-27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30" name="mdpr:1-2-ea42c8:item-3:block-27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9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20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21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5" name="Shape 1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9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30" name="mdpr:icon-and-text-aside-8429fc:item-1:block-29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31" name="mdpr:icon-and-text-aside-8429fc:item-2:block-29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32" name="mdpr:icon-and-text-aside-8429fc:item-3:block-29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3" name="mdpr:icon-and-text-aside-8429fc:item-4:block-29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5" name="Shape 19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9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30" name="mdpr:overflow-guard-f8d03e:item-1:block-31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31" name="mdpr:overflow-guard-f8d03e:item-2:block-31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32" name="mdpr:overflow-guard-f8d03e:item-3:block-31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3" name="mdpr:overflow-guard-f8d03e:item-4:block-31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812280" y="1463040"/>
            <a:ext cx="4434840" cy="452628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9" name="Shape 16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0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21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22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49808" y="1444752"/>
            <a:ext cx="4617720" cy="2359152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577840" y="1481328"/>
            <a:ext cx="5532120" cy="221284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77840" y="3913632"/>
            <a:ext cx="5532120" cy="2011680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3" name="Shape 18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4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8F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E6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28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10893247" cy="5779008"/>
          </a:xfrm>
          <a:prstGeom prst="roundRect">
            <a:avLst>
              <a:gd name="adj" fmla="val 1899"/>
            </a:avLst>
          </a:prstGeom>
          <a:solidFill>
            <a:srgbClr val="7DD3FC">
              <a:alpha val="2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7DD3FC">
                <a:alpha val="1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3" name="Shape 1"/>
          <p:cNvSpPr/>
          <p:nvPr/>
        </p:nvSpPr>
        <p:spPr>
          <a:xfrm>
            <a:off x="566928" y="475488"/>
            <a:ext cx="11057839" cy="5907024"/>
          </a:xfrm>
          <a:prstGeom prst="roundRect">
            <a:avLst>
              <a:gd name="adj" fmla="val 2167"/>
            </a:avLst>
          </a:prstGeom>
          <a:solidFill>
            <a:srgbClr val="132238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DD3FC">
                <a:alpha val="12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4" name="Shape 2"/>
          <p:cNvSpPr/>
          <p:nvPr/>
        </p:nvSpPr>
        <p:spPr>
          <a:xfrm>
            <a:off x="713232" y="1207008"/>
            <a:ext cx="1325880" cy="64008"/>
          </a:xfrm>
          <a:prstGeom prst="rect">
            <a:avLst/>
          </a:prstGeom>
          <a:solidFill>
            <a:srgbClr val="7DD3FC">
              <a:alpha val="88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5815" y="0"/>
            <a:ext cx="1325880" cy="256032"/>
          </a:xfrm>
          <a:prstGeom prst="rect">
            <a:avLst/>
          </a:prstGeom>
          <a:solidFill>
            <a:srgbClr val="7DD3FC">
              <a:alpha val="90000"/>
            </a:srgbClr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7295" y="256032"/>
            <a:ext cx="914400" cy="64008"/>
          </a:xfrm>
          <a:prstGeom prst="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4389010" cy="0"/>
          </a:xfrm>
          <a:prstGeom prst="line">
            <a:avLst/>
          </a:prstGeom>
          <a:noFill/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9895" y="6071616"/>
            <a:ext cx="2011680" cy="0"/>
          </a:xfrm>
          <a:prstGeom prst="line">
            <a:avLst/>
          </a:prstGeom>
          <a:noFill/>
          <a:ln w="12700">
            <a:solidFill>
              <a:srgbClr val="A78BFA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1375" y="603504"/>
            <a:ext cx="1353312" cy="0"/>
          </a:xfrm>
          <a:prstGeom prst="line">
            <a:avLst/>
          </a:prstGeom>
          <a:noFill/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80000">
            <a:off x="530352" y="438912"/>
            <a:ext cx="6583515" cy="146304"/>
          </a:xfrm>
          <a:prstGeom prst="roundRect">
            <a:avLst>
              <a:gd name="adj" fmla="val 375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">
            <a:off x="7558851" y="256032"/>
            <a:ext cx="3047924" cy="201168"/>
          </a:xfrm>
          <a:prstGeom prst="roundRect">
            <a:avLst>
              <a:gd name="adj" fmla="val 31818"/>
            </a:avLst>
          </a:prstGeom>
          <a:solidFill>
            <a:srgbClr val="7DD3FC">
              <a:alpha val="64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4255" y="658368"/>
            <a:ext cx="1234440" cy="123444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FFFFFF">
                <a:alpha val="36000"/>
              </a:srgbClr>
            </a:solidFill>
            <a:prstDash val="solid"/>
          </a:ln>
          <a:effectLst>
            <a:outerShdw sx="100000" sy="100000" kx="0" ky="0" algn="bl" rotWithShape="0" blurRad="20320" dist="50800" dir="2700000">
              <a:srgbClr val="A78BFA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13" name="Shape 11"/>
          <p:cNvSpPr/>
          <p:nvPr/>
        </p:nvSpPr>
        <p:spPr>
          <a:xfrm>
            <a:off x="566928" y="5504688"/>
            <a:ext cx="987552" cy="987552"/>
          </a:xfrm>
          <a:prstGeom prst="ellipse">
            <a:avLst/>
          </a:prstGeom>
          <a:solidFill>
            <a:srgbClr val="7DD3FC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132238">
              <a:alpha val="0"/>
            </a:srgbClr>
          </a:solidFill>
          <a:ln w="12700">
            <a:solidFill>
              <a:srgbClr val="BAE6FD">
                <a:alpha val="0"/>
              </a:srgbClr>
            </a:solidFill>
            <a:prstDash val="solid"/>
          </a:ln>
          <a:effectLst>
            <a:outerShdw sx="100000" sy="100000" kx="0" ky="0" algn="bl" rotWithShape="0" blurRad="30480" dist="50800" dir="2700000">
              <a:srgbClr val="CBD5E1">
                <a:alpha val="20000"/>
              </a:srgbClr>
            </a:outerShdw>
            <a:glow rad="63500">
              <a:srgbClr val="7DD3FC">
                <a:alpha val="23000"/>
              </a:srgbClr>
            </a:glow>
          </a:effectLst>
        </p:spPr>
      </p:sp>
      <p:sp>
        <p:nvSpPr>
          <p:cNvPr id="23" name="Shape 18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>
                <a:alpha val="0"/>
              </a:srgbClr>
            </a:solidFill>
            <a:prstDash val="solid"/>
          </a:ln>
        </p:spPr>
      </p:sp>
      <p:sp>
        <p:nvSpPr>
          <p:cNvPr id="27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8" name="mdpr:actions-output-review-326e07:item-1:block-4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9" name="mdpr:actions-output-review-326e07:item-2:block-4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30" name="mdpr:actions-output-review-326e07:item-3:block-4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8F8F8"/>
      </a:dk1>
      <a:lt1>
        <a:srgbClr val="07111F"/>
      </a:lt1>
      <a:dk2>
        <a:srgbClr val="6C6C6C"/>
      </a:dk2>
      <a:lt2>
        <a:srgbClr val="132238"/>
      </a:lt2>
      <a:accent1>
        <a:srgbClr val="7DD3FC"/>
      </a:accent1>
      <a:accent2>
        <a:srgbClr val="A78BFA"/>
      </a:accent2>
      <a:accent3>
        <a:srgbClr val="7DD3FC"/>
      </a:accent3>
      <a:accent4>
        <a:srgbClr val="6C6C6C"/>
      </a:accent4>
      <a:accent5>
        <a:srgbClr val="BAE6FD"/>
      </a:accent5>
      <a:accent6>
        <a:srgbClr val="F8F8F8"/>
      </a:accent6>
      <a:hlink>
        <a:srgbClr val="7DD3FC"/>
      </a:hlink>
      <a:folHlink>
        <a:srgbClr val="A78BFA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2026-07-10T07:03:07Z</dcterms:created>
  <dcterms:modified xsi:type="dcterms:W3CDTF">2026-07-10T07:03:07Z</dcterms:modified>
</cp:coreProperties>
</file>