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7DD3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AE6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8D7EA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C8D7EA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7DD3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AF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AE6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8D7EA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5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6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7DD3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111827">
              <a:alpha val="90000"/>
            </a:srgbClr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BAE6FD">
              <a:alpha val="9000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3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31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32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33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4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5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6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7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8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9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40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41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42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43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4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6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7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Shape 1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7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8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9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6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7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6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7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6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7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6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7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4" name="Shape 1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0" name="Shape 1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5" name="Shape 2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0" name="Shape 2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5" name="Shape 3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0" name="Shape 3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32238"/>
          </a:solidFill>
          <a:ln w="12700">
            <a:solidFill>
              <a:srgbClr val="7DD3FC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45" name="Shape 4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711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5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3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6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6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7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Shape 1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6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7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BAE6FD">
              <a:alpha val="8200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07111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8D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8D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BAE6FD">
              <a:alpha val="8500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AF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7111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BAE6FD">
                <a:alpha val="95000"/>
              </a:srgbClr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BAE6FD">
                <a:alpha val="9500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4" name="Text 3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8D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5" name="Text 3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8D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8D7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6" name="Shape 1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A78BF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8" name="Shape 2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32238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2" name="Shape 2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7DD3FC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5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6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7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5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21" name="Shape 15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5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5" name="Shape 12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6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7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8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0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DD3FC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AF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E6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23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3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4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32238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7DD3FC">
                <a:alpha val="12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7DD3FC">
              <a:alpha val="88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7DD3FC">
              <a:alpha val="90000"/>
            </a:srgbClr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A78BFA">
              <a:alpha val="92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A78BFA">
                <a:alpha val="5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814255" y="658368"/>
            <a:ext cx="1234440" cy="1234440"/>
          </a:xfrm>
          <a:prstGeom prst="ellipse">
            <a:avLst/>
          </a:prstGeom>
          <a:solidFill>
            <a:srgbClr val="A78BFA">
              <a:alpha val="22000"/>
            </a:srgbClr>
          </a:solidFill>
          <a:ln w="12700">
            <a:solidFill>
              <a:srgbClr val="FFFFFF">
                <a:alpha val="36000"/>
              </a:srgbClr>
            </a:solidFill>
            <a:prstDash val="solid"/>
          </a:ln>
          <a:effectLst>
            <a:outerShdw sx="100000" sy="100000" kx="0" ky="0" algn="bl" rotWithShape="0" blurRad="20320" dist="50800" dir="2700000">
              <a:srgbClr val="A78BFA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9" name="Shape 7"/>
          <p:cNvSpPr/>
          <p:nvPr/>
        </p:nvSpPr>
        <p:spPr>
          <a:xfrm>
            <a:off x="566928" y="5504688"/>
            <a:ext cx="987552" cy="987552"/>
          </a:xfrm>
          <a:prstGeom prst="ellipse">
            <a:avLst/>
          </a:prstGeom>
          <a:solidFill>
            <a:srgbClr val="7DD3FC">
              <a:alpha val="1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132238">
              <a:alpha val="0"/>
            </a:srgbClr>
          </a:solidFill>
          <a:ln w="12700">
            <a:solidFill>
              <a:srgbClr val="BAE6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7DD3FC">
                <a:alpha val="23000"/>
              </a:srgbClr>
            </a:glow>
          </a:effectLst>
        </p:spPr>
      </p:sp>
      <p:sp>
        <p:nvSpPr>
          <p:cNvPr id="19" name="Shape 14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8BFA">
              <a:alpha val="80000"/>
            </a:srgbClr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7DD3FC"/>
          </a:solidFill>
          <a:ln w="12700">
            <a:solidFill>
              <a:srgbClr val="7DD3FC">
                <a:alpha val="0"/>
              </a:srgbClr>
            </a:solidFill>
            <a:prstDash val="solid"/>
          </a:ln>
        </p:spPr>
      </p:sp>
      <p:sp>
        <p:nvSpPr>
          <p:cNvPr id="23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4" name="Shape 1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6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7" name="Shape 2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2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9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30" name="Shape 2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07111F"/>
          </a:solidFill>
          <a:ln w="12700">
            <a:solidFill>
              <a:srgbClr val="BAE6FD"/>
            </a:solidFill>
            <a:prstDash val="solid"/>
          </a:ln>
        </p:spPr>
      </p:sp>
      <p:pic>
        <p:nvPicPr>
          <p:cNvPr id="3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2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7DD3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AFC"/>
      </a:dk1>
      <a:lt1>
        <a:srgbClr val="07111F"/>
      </a:lt1>
      <a:dk2>
        <a:srgbClr val="C8D7EA"/>
      </a:dk2>
      <a:lt2>
        <a:srgbClr val="132238"/>
      </a:lt2>
      <a:accent1>
        <a:srgbClr val="7DD3FC"/>
      </a:accent1>
      <a:accent2>
        <a:srgbClr val="A78BFA"/>
      </a:accent2>
      <a:accent3>
        <a:srgbClr val="7DD3FC"/>
      </a:accent3>
      <a:accent4>
        <a:srgbClr val="C8D7EA"/>
      </a:accent4>
      <a:accent5>
        <a:srgbClr val="BAE6FD"/>
      </a:accent5>
      <a:accent6>
        <a:srgbClr val="F8FAFC"/>
      </a:accent6>
      <a:hlink>
        <a:srgbClr val="7DD3FC"/>
      </a:hlink>
      <a:folHlink>
        <a:srgbClr val="A78BFA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2026-07-06T03:50:24Z</dcterms:created>
  <dcterms:modified xsi:type="dcterms:W3CDTF">2026-07-06T03:50:24Z</dcterms:modified>
</cp:coreProperties>
</file>