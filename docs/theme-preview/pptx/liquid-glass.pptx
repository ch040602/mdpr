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BAE6FD">
              <a:alpha val="90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4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4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4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4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2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2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8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9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2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8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9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0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2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2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2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4" name="Shape 2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9" name="Shape 2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4" name="Shape 3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9" name="Shape 3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4" name="Shape 4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9" name="Shape 4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0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21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2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2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2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6" name="Text 2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20" name="Shape 1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6" name="Shape 3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8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9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0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2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1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30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1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1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30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1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2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2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8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9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7111F"/>
      </a:lt1>
      <a:dk2>
        <a:srgbClr val="6C6C6C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6C6C6C"/>
      </a:accent4>
      <a:accent5>
        <a:srgbClr val="BAE6FD"/>
      </a:accent5>
      <a:accent6>
        <a:srgbClr val="F8F8F8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2026-07-10T06:44:31Z</dcterms:created>
  <dcterms:modified xsi:type="dcterms:W3CDTF">2026-07-10T06:44:31Z</dcterms:modified>
</cp:coreProperties>
</file>