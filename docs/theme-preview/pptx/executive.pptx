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6199632"/>
            <a:ext cx="2011680" cy="457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389888"/>
            <a:ext cx="22860" cy="4663440"/>
          </a:xfrm>
          <a:prstGeom prst="rect">
            <a:avLst/>
          </a:prstGeom>
          <a:solidFill>
            <a:srgbClr val="CBD5E1">
              <a:alpha val="9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89888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90088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94760"/>
            <a:ext cx="73152" cy="6583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599432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394960"/>
            <a:ext cx="73152" cy="6583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389888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194560"/>
            <a:ext cx="73152" cy="6583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990088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3794760"/>
            <a:ext cx="73152" cy="6583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599432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5394960"/>
            <a:ext cx="73152" cy="6583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Preview Purpose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Style Families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Table Coherence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Chart and Table Pair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Editable Proof Objects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Object Shape Grammar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Icon and Text Aside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Overflow Guard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Actions Output 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BFDBFE">
              <a:alpha val="80000"/>
            </a:srgbClr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0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BFDBFE">
              <a:alpha val="80000"/>
            </a:srgbClr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/ minimalism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structural baselines.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0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2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BD5E1">
              <a:alpha val="82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BFDBF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CBD5E1">
              <a:alpha val="85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CBD5E1">
                <a:alpha val="9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CBD5E1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FD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2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9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2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BFDBFE">
              <a:alpha val="80000"/>
            </a:srgbClr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0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334155"/>
      </a:dk2>
      <a:lt2>
        <a:srgbClr val="FFFFFF"/>
      </a:lt2>
      <a:accent1>
        <a:srgbClr val="1D4ED8"/>
      </a:accent1>
      <a:accent2>
        <a:srgbClr val="BFDBFE"/>
      </a:accent2>
      <a:accent3>
        <a:srgbClr val="1D4ED8"/>
      </a:accent3>
      <a:accent4>
        <a:srgbClr val="334155"/>
      </a:accent4>
      <a:accent5>
        <a:srgbClr val="CBD5E1"/>
      </a:accent5>
      <a:accent6>
        <a:srgbClr val="0F172A"/>
      </a:accent6>
      <a:hlink>
        <a:srgbClr val="1D4ED8"/>
      </a:hlink>
      <a:folHlink>
        <a:srgbClr val="BFDB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2026-06-20T14:15:16Z</dcterms:created>
  <dcterms:modified xsi:type="dcterms:W3CDTF">2026-06-20T14:15:16Z</dcterms:modified>
</cp:coreProperties>
</file>