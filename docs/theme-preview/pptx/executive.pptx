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FFFFF"/>
      </a:lt2>
      <a:accent1>
        <a:srgbClr val="1D4ED8"/>
      </a:accent1>
      <a:accent2>
        <a:srgbClr val="BFDBFE"/>
      </a:accent2>
      <a:accent3>
        <a:srgbClr val="1D4ED8"/>
      </a:accent3>
      <a:accent4>
        <a:srgbClr val="334155"/>
      </a:accent4>
      <a:accent5>
        <a:srgbClr val="CBD5E1"/>
      </a:accent5>
      <a:accent6>
        <a:srgbClr val="0F172A"/>
      </a:accent6>
      <a:hlink>
        <a:srgbClr val="1D4ED8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2026-06-20T13:07:33Z</dcterms:created>
  <dcterms:modified xsi:type="dcterms:W3CDTF">2026-06-20T13:07:33Z</dcterms:modified>
</cp:coreProperties>
</file>