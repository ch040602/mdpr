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BFDB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F172A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2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4E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D4ED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BFDBFE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BFDB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D4ED8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Text 1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Shape 1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1" name="Shape 1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4" name="Shape 1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Shape 1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BFDBFE">
              <a:alpha val="80000"/>
            </a:srgbClr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BFDBFE"/>
          </a:solidFill>
          <a:ln w="12700">
            <a:solidFill>
              <a:srgbClr val="BFDB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Shape 1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1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9" name="Shape 1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2" name="Shape 1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2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F172A"/>
      </a:dk1>
      <a:lt1>
        <a:srgbClr val="F8FAFC"/>
      </a:lt1>
      <a:dk2>
        <a:srgbClr val="334155"/>
      </a:dk2>
      <a:lt2>
        <a:srgbClr val="FFFFFF"/>
      </a:lt2>
      <a:accent1>
        <a:srgbClr val="1D4ED8"/>
      </a:accent1>
      <a:accent2>
        <a:srgbClr val="BFDBFE"/>
      </a:accent2>
      <a:accent3>
        <a:srgbClr val="1D4ED8"/>
      </a:accent3>
      <a:accent4>
        <a:srgbClr val="334155"/>
      </a:accent4>
      <a:accent5>
        <a:srgbClr val="CBD5E1"/>
      </a:accent5>
      <a:accent6>
        <a:srgbClr val="0F172A"/>
      </a:accent6>
      <a:hlink>
        <a:srgbClr val="1D4ED8"/>
      </a:hlink>
      <a:folHlink>
        <a:srgbClr val="BFDB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2026-06-20T14:27:09Z</dcterms:created>
  <dcterms:modified xsi:type="dcterms:W3CDTF">2026-06-20T14:27:09Z</dcterms:modified>
</cp:coreProperties>
</file>