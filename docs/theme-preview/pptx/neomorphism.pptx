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C8C8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6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17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18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19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0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1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2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3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5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16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17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18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19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0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1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1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2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3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8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1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2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3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8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9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257403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249174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52374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5548" y="389991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82396" y="381762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14400" y="384962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257403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249174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52374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5548" y="389991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82396" y="381762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14400" y="384962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8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9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8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9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8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9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1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2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3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9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8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8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1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2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3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EF3F8"/>
      </a:lt1>
      <a:dk2>
        <a:srgbClr val="8C8C8C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8C8C8C"/>
      </a:accent4>
      <a:accent5>
        <a:srgbClr val="D1DAE7"/>
      </a:accent5>
      <a:accent6>
        <a:srgbClr val="11111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2026-07-13T19:15:49Z</dcterms:created>
  <dcterms:modified xsi:type="dcterms:W3CDTF">2026-07-13T19:15:49Z</dcterms:modified>
</cp:coreProperties>
</file>