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5D7F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D8E2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D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C8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C8C8C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5D7F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D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C8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4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7FA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D1DAE7">
              <a:alpha val="90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5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6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7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8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9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0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1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2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3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4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5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6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7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8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9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1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2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5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6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5" name="mdpr:1-2-32ac08:item-1:block-6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6" name="mdpr:1-2-32ac08:item-2:block-6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7" name="mdpr:1-2-32ac08:item-3:block-6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1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2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5" name="mdpr:1-2-dfa474:item-1:block-8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6" name="mdpr:1-2-dfa474:item-2:block-8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7" name="mdpr:1-2-dfa474:item-3:block-8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1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2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1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2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1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2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389888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1" name="mdpr:1-2-e3669a:left:block-15-chunk-1-block-15-chunk-1"/>
          <p:cNvSpPr txBox="1"/>
          <p:nvPr/>
        </p:nvSpPr>
        <p:spPr>
          <a:xfrm>
            <a:off x="89611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12" name="mdpr:1-2-e3669a:right:block-15-chunk-1-block-15-chunk-1"/>
          <p:cNvSpPr txBox="1"/>
          <p:nvPr/>
        </p:nvSpPr>
        <p:spPr>
          <a:xfrm>
            <a:off x="647395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1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2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3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4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1DAE7">
              <a:alpha val="82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D8E2EE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EF3F8"/>
          </a:solidFill>
          <a:ln w="12700">
            <a:solidFill>
              <a:srgbClr val="EEF3F8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1DAE7">
              <a:alpha val="85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1DAE7">
                <a:alpha val="9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1DAE7">
                <a:alpha val="9500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1" name="Text 28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8E2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1" name="Shape 18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5" name="Shape 22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9" name="Shape 26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5" name="mdpr:1-2-ea42c8:item-1:block-27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6" name="mdpr:1-2-ea42c8:item-2:block-27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7" name="mdpr:1-2-ea42c8:item-3:block-27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1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2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8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9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30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1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2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8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9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30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1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2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3428" y="1513332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780276" y="1431036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812280" y="1463040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3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4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5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0956" y="1495044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17804" y="1412748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1444752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618988" y="1531620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545836" y="1449324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577840" y="1481328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618988" y="3963924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545836" y="3881628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577840" y="3913632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1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4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5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5" name="mdpr:actions-output-review-326e07:item-1:block-4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6" name="mdpr:actions-output-review-326e07:item-2:block-4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7" name="mdpr:actions-output-review-326e07:item-3:block-4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EEF3F8"/>
      </a:lt1>
      <a:dk2>
        <a:srgbClr val="8C8C8C"/>
      </a:dk2>
      <a:lt2>
        <a:srgbClr val="EEF3F8"/>
      </a:lt2>
      <a:accent1>
        <a:srgbClr val="5D7FA4"/>
      </a:accent1>
      <a:accent2>
        <a:srgbClr val="D8E2EE"/>
      </a:accent2>
      <a:accent3>
        <a:srgbClr val="5D7FA4"/>
      </a:accent3>
      <a:accent4>
        <a:srgbClr val="8C8C8C"/>
      </a:accent4>
      <a:accent5>
        <a:srgbClr val="D1DAE7"/>
      </a:accent5>
      <a:accent6>
        <a:srgbClr val="111111"/>
      </a:accent6>
      <a:hlink>
        <a:srgbClr val="5D7FA4"/>
      </a:hlink>
      <a:folHlink>
        <a:srgbClr val="D8E2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2026-07-10T07:02:21Z</dcterms:created>
  <dcterms:modified xsi:type="dcterms:W3CDTF">2026-07-10T07:02:21Z</dcterms:modified>
</cp:coreProperties>
</file>