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8E2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C8C8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7FA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1DAE7">
              <a:alpha val="90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5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6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6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9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6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8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9" name="Shape 2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32" name="Shape 25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3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4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6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8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9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0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4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DAE7">
              <a:alpha val="82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8E2EE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EF3F8"/>
          </a:solidFill>
          <a:ln w="12700">
            <a:solidFill>
              <a:srgbClr val="EEF3F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DAE7">
              <a:alpha val="85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8E2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6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9" name="Shape 2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2" name="Shape 25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6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8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9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0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9" name="Shape 2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2" name="Shape 25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3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6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8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9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0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4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5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4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5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" y="5852160"/>
            <a:ext cx="11204143" cy="420624"/>
          </a:xfrm>
          <a:prstGeom prst="roundRect">
            <a:avLst>
              <a:gd name="adj" fmla="val 17391"/>
            </a:avLst>
          </a:prstGeom>
          <a:solidFill>
            <a:srgbClr val="DDE8F2">
              <a:alpha val="62000"/>
            </a:srgbClr>
          </a:solidFill>
          <a:ln w="12700">
            <a:solidFill>
              <a:srgbClr val="FFFFFF">
                <a:alpha val="32000"/>
              </a:srgbClr>
            </a:solidFill>
            <a:prstDash val="solid"/>
          </a:ln>
          <a:effectLst>
            <a:outerShdw sx="100000" sy="100000" kx="0" ky="0" algn="bl" rotWithShape="0" blurRad="8890" dist="50800" dir="2700000">
              <a:srgbClr val="A8B6C8">
                <a:alpha val="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749808" y="5980176"/>
            <a:ext cx="2103120" cy="146304"/>
          </a:xfrm>
          <a:prstGeom prst="roundRect">
            <a:avLst>
              <a:gd name="adj" fmla="val 25000"/>
            </a:avLst>
          </a:prstGeom>
          <a:solidFill>
            <a:srgbClr val="5D7FA4">
              <a:alpha val="44000"/>
            </a:srgbClr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10367" y="512064"/>
            <a:ext cx="493776" cy="493776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CBD7E4">
                <a:alpha val="50000"/>
              </a:srgbClr>
            </a:solidFill>
            <a:prstDash val="solid"/>
          </a:ln>
          <a:effectLst>
            <a:outerShdw sx="100000" sy="100000" kx="0" ky="0" algn="bl" rotWithShape="0" blurRad="11430" dist="50800" dir="2700000">
              <a:srgbClr val="A8B6C8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749808"/>
            <a:ext cx="1353312" cy="0"/>
          </a:xfrm>
          <a:prstGeom prst="line">
            <a:avLst/>
          </a:prstGeom>
          <a:noFill/>
          <a:ln w="12700">
            <a:solidFill>
              <a:srgbClr val="5D7FA4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44768"/>
            <a:ext cx="1188720" cy="0"/>
          </a:xfrm>
          <a:prstGeom prst="line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EF3F8"/>
      </a:lt1>
      <a:dk2>
        <a:srgbClr val="8C8C8C"/>
      </a:dk2>
      <a:lt2>
        <a:srgbClr val="EEF3F8"/>
      </a:lt2>
      <a:accent1>
        <a:srgbClr val="5D7FA4"/>
      </a:accent1>
      <a:accent2>
        <a:srgbClr val="D8E2EE"/>
      </a:accent2>
      <a:accent3>
        <a:srgbClr val="5D7FA4"/>
      </a:accent3>
      <a:accent4>
        <a:srgbClr val="8C8C8C"/>
      </a:accent4>
      <a:accent5>
        <a:srgbClr val="D1DAE7"/>
      </a:accent5>
      <a:accent6>
        <a:srgbClr val="111111"/>
      </a:accent6>
      <a:hlink>
        <a:srgbClr val="5D7FA4"/>
      </a:hlink>
      <a:folHlink>
        <a:srgbClr val="D8E2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2026-07-06T05:10:54Z</dcterms:created>
  <dcterms:modified xsi:type="dcterms:W3CDTF">2026-07-06T05:10:54Z</dcterms:modified>
</cp:coreProperties>
</file>