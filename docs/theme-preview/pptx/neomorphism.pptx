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8E2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7FA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1DAE7">
              <a:alpha val="90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4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5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7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0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1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2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3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4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5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6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7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0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9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0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9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0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9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0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9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0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9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0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DAE7">
              <a:alpha val="82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8E2EE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EF3F8"/>
          </a:solidFill>
          <a:ln w="12700">
            <a:solidFill>
              <a:srgbClr val="EEF3F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DAE7">
              <a:alpha val="85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2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8E2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9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0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3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EF3F8"/>
      </a:lt1>
      <a:dk2>
        <a:srgbClr val="526579"/>
      </a:dk2>
      <a:lt2>
        <a:srgbClr val="EEF3F8"/>
      </a:lt2>
      <a:accent1>
        <a:srgbClr val="5D7FA4"/>
      </a:accent1>
      <a:accent2>
        <a:srgbClr val="D8E2EE"/>
      </a:accent2>
      <a:accent3>
        <a:srgbClr val="5D7FA4"/>
      </a:accent3>
      <a:accent4>
        <a:srgbClr val="526579"/>
      </a:accent4>
      <a:accent5>
        <a:srgbClr val="D1DAE7"/>
      </a:accent5>
      <a:accent6>
        <a:srgbClr val="243041"/>
      </a:accent6>
      <a:hlink>
        <a:srgbClr val="5D7FA4"/>
      </a:hlink>
      <a:folHlink>
        <a:srgbClr val="D8E2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2026-07-06T03:25:38Z</dcterms:created>
  <dcterms:modified xsi:type="dcterms:W3CDTF">2026-07-06T03:25:38Z</dcterms:modified>
</cp:coreProperties>
</file>