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00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1111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88888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1111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3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4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111111">
              <a:alpha val="90000"/>
            </a:srgbClr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8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9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30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1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32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3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4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35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6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7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8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39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40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41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42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15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5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6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00A6FF">
              <a:alpha val="80000"/>
            </a:srgbClr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9" name="mdpr:1-2-32ac08:item-1:block-6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0" name="mdpr:1-2-32ac08:item-2:block-6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1" name="mdpr:1-2-32ac08:item-3:block-6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4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5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00A6FF">
              <a:alpha val="80000"/>
            </a:srgbClr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19" name="mdpr:1-2-dfa474:item-1:block-8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0" name="mdpr:1-2-dfa474:item-2:block-8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1" name="mdpr:1-2-dfa474:item-3:block-8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14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15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4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5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14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5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2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389888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14" name="mdpr:1-2-e3669a:left:block-15-chunk-1-block-15-chunk-1"/>
          <p:cNvSpPr txBox="1"/>
          <p:nvPr/>
        </p:nvSpPr>
        <p:spPr>
          <a:xfrm>
            <a:off x="89611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1800" dirty="0"/>
          </a:p>
        </p:txBody>
      </p:sp>
      <p:sp>
        <p:nvSpPr>
          <p:cNvPr id="15" name="mdpr:1-2-e3669a:right:block-15-chunk-1-block-15-chunk-1"/>
          <p:cNvSpPr txBox="1"/>
          <p:nvPr/>
        </p:nvSpPr>
        <p:spPr>
          <a:xfrm>
            <a:off x="647395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14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15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4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111111">
              <a:alpha val="82000"/>
            </a:srgbClr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00A6FF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FF200"/>
          </a:solidFill>
          <a:ln w="12700">
            <a:solidFill>
              <a:srgbClr val="FFF200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111111">
              <a:alpha val="85000"/>
            </a:srgbClr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FF20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111111">
                <a:alpha val="9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111111">
                <a:alpha val="9500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00A6FF">
              <a:alpha val="80000"/>
            </a:srgbClr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9" name="mdpr:1-2-ea42c8:item-1:block-27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0" name="mdpr:1-2-ea42c8:item-2:block-27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1" name="mdpr:1-2-ea42c8:item-3:block-27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4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5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9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0" name="mdpr:icon-and-text-aside-8429fc:item-1:block-29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1" name="mdpr:icon-and-text-aside-8429fc:item-2:block-29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2" name="mdpr:icon-and-text-aside-8429fc:item-3:block-29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3" name="mdpr:icon-and-text-aside-8429fc:item-4:block-29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9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0" name="mdpr:overflow-guard-f8d03e:item-1:block-31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1" name="mdpr:overflow-guard-f8d03e:item-2:block-31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2" name="mdpr:overflow-guard-f8d03e:item-3:block-31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3" name="mdpr:overflow-guard-f8d03e:item-4:block-31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4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5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19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65760"/>
            <a:ext cx="11423599" cy="6126480"/>
          </a:xfrm>
          <a:prstGeom prst="rect">
            <a:avLst/>
          </a:prstGeom>
          <a:solidFill>
            <a:srgbClr val="FFF200">
              <a:alpha val="0"/>
            </a:srgbClr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71455" y="457200"/>
            <a:ext cx="1097280" cy="310896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3711" y="31089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457200"/>
            <a:ext cx="859536" cy="201168"/>
          </a:xfrm>
          <a:prstGeom prst="rect">
            <a:avLst/>
          </a:prstGeom>
          <a:solidFill>
            <a:srgbClr val="00A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768096"/>
            <a:ext cx="135331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6364224"/>
            <a:ext cx="11240719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00A6FF">
              <a:alpha val="80000"/>
            </a:srgbClr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00A6FF"/>
          </a:solidFill>
          <a:ln w="12700">
            <a:solidFill>
              <a:srgbClr val="00A6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9" name="mdpr:actions-output-review-326e07:item-1:block-4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0" name="mdpr:actions-output-review-326e07:item-2:block-4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1" name="mdpr:actions-output-review-326e07:item-3:block-4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FF200"/>
      </a:lt1>
      <a:dk2>
        <a:srgbClr val="888888"/>
      </a:dk2>
      <a:lt2>
        <a:srgbClr val="FFFFFF"/>
      </a:lt2>
      <a:accent1>
        <a:srgbClr val="111111"/>
      </a:accent1>
      <a:accent2>
        <a:srgbClr val="00A6FF"/>
      </a:accent2>
      <a:accent3>
        <a:srgbClr val="111111"/>
      </a:accent3>
      <a:accent4>
        <a:srgbClr val="888888"/>
      </a:accent4>
      <a:accent5>
        <a:srgbClr val="111111"/>
      </a:accent5>
      <a:accent6>
        <a:srgbClr val="111111"/>
      </a:accent6>
      <a:hlink>
        <a:srgbClr val="111111"/>
      </a:hlink>
      <a:folHlink>
        <a:srgbClr val="00A6FF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2026-07-10T06:44:24Z</dcterms:created>
  <dcterms:modified xsi:type="dcterms:W3CDTF">2026-07-10T06:44:24Z</dcterms:modified>
</cp:coreProperties>
</file>