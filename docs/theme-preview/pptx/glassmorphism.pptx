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6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7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9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9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B1020"/>
      </a:lt1>
      <a:dk2>
        <a:srgbClr val="6C6C6C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6C6C6C"/>
      </a:accent4>
      <a:accent5>
        <a:srgbClr val="C4B5FD"/>
      </a:accent5>
      <a:accent6>
        <a:srgbClr val="F8F8F8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2026-07-10T06:43:54Z</dcterms:created>
  <dcterms:modified xsi:type="dcterms:W3CDTF">2026-07-10T06:43:54Z</dcterms:modified>
</cp:coreProperties>
</file>