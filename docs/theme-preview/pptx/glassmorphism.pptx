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8A4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8F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4B5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C6C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C6C6C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8A4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8F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4B5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C6C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6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4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4B5FD">
              <a:alpha val="90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31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32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33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34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5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6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37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8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9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40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41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42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43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44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6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17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Shape 1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7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8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9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9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3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4" name="mdpr:1-2-32ac08:item-1:block-6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5" name="mdpr:1-2-32ac08:item-2:block-6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6" name="mdpr:1-2-32ac08:item-3:block-6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6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7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9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3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24" name="mdpr:1-2-dfa474:item-1:block-8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5" name="mdpr:1-2-dfa474:item-2:block-8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26" name="mdpr:1-2-dfa474:item-3:block-8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16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17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6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7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16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17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0" name="Shape 1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5" name="Shape 2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0" name="Shape 2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5" name="Shape 3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0" name="Shape 3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5" name="Shape 4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389888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389888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16" name="mdpr:1-2-e3669a:left:block-15-chunk-1-block-15-chunk-1"/>
          <p:cNvSpPr txBox="1"/>
          <p:nvPr/>
        </p:nvSpPr>
        <p:spPr>
          <a:xfrm>
            <a:off x="89611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1800" dirty="0"/>
          </a:p>
        </p:txBody>
      </p:sp>
      <p:sp>
        <p:nvSpPr>
          <p:cNvPr id="17" name="mdpr:1-2-e3669a:right:block-15-chunk-1-block-15-chunk-1"/>
          <p:cNvSpPr txBox="1"/>
          <p:nvPr/>
        </p:nvSpPr>
        <p:spPr>
          <a:xfrm>
            <a:off x="647395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16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17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Shape 1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6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7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4B5FD">
              <a:alpha val="82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C4B5FD">
              <a:alpha val="85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F8F8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0B102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C4B5FD">
                <a:alpha val="9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C4B5FD">
                <a:alpha val="9500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4" name="Text 31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8A4FF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9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3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24" name="mdpr:1-2-ea42c8:item-1:block-27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5" name="mdpr:1-2-ea42c8:item-2:block-27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26" name="mdpr:1-2-ea42c8:item-3:block-27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6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7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1" name="Shape 15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6" name="mdpr:icon-and-text-aside-8429fc:item-1:block-29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7" name="mdpr:icon-and-text-aside-8429fc:item-2:block-29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8" name="mdpr:icon-and-text-aside-8429fc:item-3:block-29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9" name="mdpr:icon-and-text-aside-8429fc:item-4:block-29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1" name="Shape 15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6" name="mdpr:overflow-guard-f8d03e:item-1:block-31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7" name="mdpr:overflow-guard-f8d03e:item-2:block-31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8" name="mdpr:overflow-guard-f8d03e:item-3:block-31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9" name="mdpr:overflow-guard-f8d03e:item-4:block-31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12280" y="1463040"/>
            <a:ext cx="4434840" cy="452628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5" name="Shape 12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6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17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8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49808" y="1444752"/>
            <a:ext cx="4617720" cy="2359152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577840" y="1481328"/>
            <a:ext cx="5532120" cy="221284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577840" y="3913632"/>
            <a:ext cx="5532120" cy="201168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9" name="Shape 14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0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3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24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8A4FFF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8A4FFF">
                <a:alpha val="1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9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3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4" name="mdpr:actions-output-review-326e07:item-1:block-4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5" name="mdpr:actions-output-review-326e07:item-2:block-4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6" name="mdpr:actions-output-review-326e07:item-3:block-4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8F8F8"/>
      </a:dk1>
      <a:lt1>
        <a:srgbClr val="0B1020"/>
      </a:lt1>
      <a:dk2>
        <a:srgbClr val="6C6C6C"/>
      </a:dk2>
      <a:lt2>
        <a:srgbClr val="17213A"/>
      </a:lt2>
      <a:accent1>
        <a:srgbClr val="8A4FFF"/>
      </a:accent1>
      <a:accent2>
        <a:srgbClr val="22D3EE"/>
      </a:accent2>
      <a:accent3>
        <a:srgbClr val="8A4FFF"/>
      </a:accent3>
      <a:accent4>
        <a:srgbClr val="6C6C6C"/>
      </a:accent4>
      <a:accent5>
        <a:srgbClr val="C4B5FD"/>
      </a:accent5>
      <a:accent6>
        <a:srgbClr val="F8F8F8"/>
      </a:accent6>
      <a:hlink>
        <a:srgbClr val="8A4FFF"/>
      </a:hlink>
      <a:folHlink>
        <a:srgbClr val="22D3E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2026-07-10T07:02:29Z</dcterms:created>
  <dcterms:modified xsi:type="dcterms:W3CDTF">2026-07-10T07:02:29Z</dcterms:modified>
</cp:coreProperties>
</file>