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C6C6C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8A4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8F8F8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4B5F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C6C6C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5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6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A4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3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20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21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22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23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24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25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26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6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7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8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6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8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3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4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6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7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8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3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4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6" name="Shape 12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9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20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6" name="Shape 12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8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9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0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3" name="Shape 1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9" name="Shape 1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4" name="Shape 2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9" name="Shape 2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4" name="Shape 3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9" name="Shape 3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Text 4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17213A"/>
          </a:solidFill>
          <a:ln w="12700">
            <a:solidFill>
              <a:srgbClr val="8A4FF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4" name="Shape 4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0B1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3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4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3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14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6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4B5FD">
              <a:alpha val="82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0B1020"/>
          </a:solidFill>
          <a:ln w="12700">
            <a:solidFill>
              <a:srgbClr val="0B1020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1" name="Text 18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4B5FD">
              <a:alpha val="8500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F8F8F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0B1020"/>
          </a:solidFill>
          <a:ln w="12700">
            <a:solidFill>
              <a:srgbClr val="8A4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4B5FD">
                <a:alpha val="9500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2D3E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17213A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1" name="Shape 28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8A4FF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6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7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8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6C6C6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4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5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6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7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8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20" name="Shape 1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24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5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6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7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8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4" name="Shape 11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6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7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17213A">
              <a:alpha val="0"/>
            </a:srgbClr>
          </a:solidFill>
          <a:ln w="12700">
            <a:solidFill>
              <a:srgbClr val="C4B5FD">
                <a:alpha val="0"/>
              </a:srgbClr>
            </a:solidFill>
            <a:prstDash val="solid"/>
          </a:ln>
          <a:effectLst>
            <a:outerShdw sx="100000" sy="100000" kx="0" ky="0" algn="bl" rotWithShape="0" blurRad="30480" dist="50800" dir="2700000">
              <a:srgbClr val="CBD5E1">
                <a:alpha val="2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18" name="Shape 13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9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FF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8F8F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B5F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13A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3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" y="256032"/>
            <a:ext cx="10893247" cy="5779008"/>
          </a:xfrm>
          <a:prstGeom prst="roundRect">
            <a:avLst>
              <a:gd name="adj" fmla="val 1899"/>
            </a:avLst>
          </a:prstGeom>
          <a:solidFill>
            <a:srgbClr val="8A4FFF">
              <a:alpha val="26000"/>
            </a:srgbClr>
          </a:solidFill>
          <a:ln w="12700">
            <a:solidFill>
              <a:srgbClr val="FFFFFF">
                <a:alpha val="14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8A4FFF">
                <a:alpha val="10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3" name="Shape 1"/>
          <p:cNvSpPr/>
          <p:nvPr/>
        </p:nvSpPr>
        <p:spPr>
          <a:xfrm>
            <a:off x="566928" y="475488"/>
            <a:ext cx="11057839" cy="5907024"/>
          </a:xfrm>
          <a:prstGeom prst="roundRect">
            <a:avLst>
              <a:gd name="adj" fmla="val 2167"/>
            </a:avLst>
          </a:prstGeom>
          <a:solidFill>
            <a:srgbClr val="17213A">
              <a:alpha val="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8A4FFF">
                <a:alpha val="12000"/>
              </a:srgbClr>
            </a:outerShdw>
            <a:glow rad="63500">
              <a:srgbClr val="8A4FFF">
                <a:alpha val="23000"/>
              </a:srgbClr>
            </a:glow>
          </a:effectLst>
        </p:spPr>
      </p:sp>
      <p:sp>
        <p:nvSpPr>
          <p:cNvPr id="4" name="Shape 2"/>
          <p:cNvSpPr/>
          <p:nvPr/>
        </p:nvSpPr>
        <p:spPr>
          <a:xfrm>
            <a:off x="713232" y="1207008"/>
            <a:ext cx="1325880" cy="64008"/>
          </a:xfrm>
          <a:prstGeom prst="rect">
            <a:avLst/>
          </a:prstGeom>
          <a:solidFill>
            <a:srgbClr val="8A4FFF">
              <a:alpha val="88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865815" y="0"/>
            <a:ext cx="1325880" cy="256032"/>
          </a:xfrm>
          <a:prstGeom prst="rect">
            <a:avLst/>
          </a:prstGeom>
          <a:solidFill>
            <a:srgbClr val="8A4FFF">
              <a:alpha val="90000"/>
            </a:srgbClr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256032"/>
            <a:ext cx="914400" cy="64008"/>
          </a:xfrm>
          <a:prstGeom prst="rect">
            <a:avLst/>
          </a:prstGeom>
          <a:solidFill>
            <a:srgbClr val="22D3EE">
              <a:alpha val="92000"/>
            </a:srgbClr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749808"/>
            <a:ext cx="4389010" cy="0"/>
          </a:xfrm>
          <a:prstGeom prst="line">
            <a:avLst/>
          </a:prstGeom>
          <a:noFill/>
          <a:ln w="12700">
            <a:solidFill>
              <a:srgbClr val="FFFFFF">
                <a:alpha val="66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19895" y="6071616"/>
            <a:ext cx="2011680" cy="0"/>
          </a:xfrm>
          <a:prstGeom prst="line">
            <a:avLst/>
          </a:prstGeom>
          <a:noFill/>
          <a:ln w="12700">
            <a:solidFill>
              <a:srgbClr val="22D3EE">
                <a:alpha val="56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31375" y="603504"/>
            <a:ext cx="1353312" cy="0"/>
          </a:xfrm>
          <a:prstGeom prst="line">
            <a:avLst/>
          </a:prstGeom>
          <a:noFill/>
          <a:ln w="12700">
            <a:solidFill>
              <a:srgbClr val="FFFFFF">
                <a:alpha val="54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8A4FFF"/>
          </a:solidFill>
          <a:ln w="12700">
            <a:solidFill>
              <a:srgbClr val="8A4FFF">
                <a:alpha val="0"/>
              </a:srgbClr>
            </a:solidFill>
            <a:prstDash val="solid"/>
          </a:ln>
        </p:spPr>
      </p:sp>
      <p:sp>
        <p:nvSpPr>
          <p:cNvPr id="15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6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8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8A4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F8F8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F8F8F8"/>
      </a:dk1>
      <a:lt1>
        <a:srgbClr val="0B1020"/>
      </a:lt1>
      <a:dk2>
        <a:srgbClr val="6C6C6C"/>
      </a:dk2>
      <a:lt2>
        <a:srgbClr val="17213A"/>
      </a:lt2>
      <a:accent1>
        <a:srgbClr val="8A4FFF"/>
      </a:accent1>
      <a:accent2>
        <a:srgbClr val="22D3EE"/>
      </a:accent2>
      <a:accent3>
        <a:srgbClr val="8A4FFF"/>
      </a:accent3>
      <a:accent4>
        <a:srgbClr val="6C6C6C"/>
      </a:accent4>
      <a:accent5>
        <a:srgbClr val="C4B5FD"/>
      </a:accent5>
      <a:accent6>
        <a:srgbClr val="F8F8F8"/>
      </a:accent6>
      <a:hlink>
        <a:srgbClr val="8A4FFF"/>
      </a:hlink>
      <a:folHlink>
        <a:srgbClr val="22D3E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2026-07-13T19:15:57Z</dcterms:created>
  <dcterms:modified xsi:type="dcterms:W3CDTF">2026-07-13T19:15:57Z</dcterms:modified>
</cp:coreProperties>
</file>