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F43F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B556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F43F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7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8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3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5E7EB">
              <a:alpha val="9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4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5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6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7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8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9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0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1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2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3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4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5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6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7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8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1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2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3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8" name="Shape 13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0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1" name="Shape 15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2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3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6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9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0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1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8" name="Shape 13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0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1" name="Shape 15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2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3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6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9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0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1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9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0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1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9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0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1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headEnd type="triangle"/>
          </a:ln>
        </p:spPr>
      </p:sp>
      <p:sp>
        <p:nvSpPr>
          <p:cNvPr id="12" name="Shape 10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9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0" name="Shape 14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1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2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3" name="Shape 16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5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26" name="Shape 18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7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8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29" name="Shape 2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0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1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9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0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1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1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6F7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6F7FB"/>
          </a:solidFill>
          <a:ln w="12700">
            <a:solidFill>
              <a:srgbClr val="F6F7FB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6F7F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38BD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8" name="Shape 13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0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1" name="Shape 15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2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3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6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9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0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1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9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0" name="Shape 14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1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2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3" name="Shape 16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5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6" name="Shape 18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7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8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9" name="Shape 2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0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1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9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0" name="Shape 14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1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2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3" name="Shape 16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4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5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6" name="Shape 18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7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8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9" name="Shape 2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30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1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1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2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4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7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8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59975" y="438912"/>
            <a:ext cx="1024128" cy="1024128"/>
          </a:xfrm>
          <a:prstGeom prst="ellipse">
            <a:avLst/>
          </a:prstGeom>
          <a:solidFill>
            <a:srgbClr val="F43F5E">
              <a:alpha val="82000"/>
            </a:srgbClr>
          </a:solidFill>
          <a:ln w="12700">
            <a:solidFill>
              <a:srgbClr val="F43F5E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14416"/>
            <a:ext cx="914400" cy="914400"/>
          </a:xfrm>
          <a:prstGeom prst="ellipse">
            <a:avLst/>
          </a:prstGeom>
          <a:solidFill>
            <a:srgbClr val="38BDF8">
              <a:alpha val="8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46943" y="5760720"/>
            <a:ext cx="658368" cy="658368"/>
          </a:xfrm>
          <a:prstGeom prst="ellipse">
            <a:avLst/>
          </a:prstGeom>
          <a:solidFill>
            <a:srgbClr val="FDE047">
              <a:alpha val="80000"/>
            </a:srgbClr>
          </a:solidFill>
          <a:ln w="12700">
            <a:solidFill>
              <a:srgbClr val="FDE047">
                <a:alpha val="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8" name="Shape 13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0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1" name="Shape 15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2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3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6F7FB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6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937"/>
      </a:dk1>
      <a:lt1>
        <a:srgbClr val="F6F7FB"/>
      </a:lt1>
      <a:dk2>
        <a:srgbClr val="4B5563"/>
      </a:dk2>
      <a:lt2>
        <a:srgbClr val="FFFFFF"/>
      </a:lt2>
      <a:accent1>
        <a:srgbClr val="F43F5E"/>
      </a:accent1>
      <a:accent2>
        <a:srgbClr val="38BDF8"/>
      </a:accent2>
      <a:accent3>
        <a:srgbClr val="F43F5E"/>
      </a:accent3>
      <a:accent4>
        <a:srgbClr val="4B5563"/>
      </a:accent4>
      <a:accent5>
        <a:srgbClr val="E5E7EB"/>
      </a:accent5>
      <a:accent6>
        <a:srgbClr val="1F2937"/>
      </a:accent6>
      <a:hlink>
        <a:srgbClr val="F43F5E"/>
      </a:hlink>
      <a:folHlink>
        <a:srgbClr val="38BDF8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2026-07-06T03:25:52Z</dcterms:created>
  <dcterms:modified xsi:type="dcterms:W3CDTF">2026-07-06T03:25:52Z</dcterms:modified>
</cp:coreProperties>
</file>