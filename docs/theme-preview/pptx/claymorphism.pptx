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F43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8F8F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F8F8F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F43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8F8F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7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8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3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6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7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8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9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0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1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2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3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4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5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6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7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8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9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0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3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3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4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5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9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0" name="mdpr:1-2-32ac08:item-1:block-6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1" name="mdpr:1-2-32ac08:item-2:block-6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2" name="mdpr:1-2-32ac08:item-3:block-6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2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3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9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0" name="mdpr:1-2-dfa474:item-1:block-8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1" name="mdpr:1-2-dfa474:item-2:block-8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2" name="mdpr:1-2-dfa474:item-3:block-8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2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3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2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3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2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3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389888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389888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2" name="mdpr:1-2-e3669a:left:block-15-chunk-1-block-15-chunk-1"/>
          <p:cNvSpPr txBox="1"/>
          <p:nvPr/>
        </p:nvSpPr>
        <p:spPr>
          <a:xfrm>
            <a:off x="89611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13" name="mdpr:1-2-e3669a:right:block-15-chunk-1-block-15-chunk-1"/>
          <p:cNvSpPr txBox="1"/>
          <p:nvPr/>
        </p:nvSpPr>
        <p:spPr>
          <a:xfrm>
            <a:off x="647395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2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3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3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6F7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6F7FB"/>
          </a:solidFill>
          <a:ln w="12700">
            <a:solidFill>
              <a:srgbClr val="F6F7FB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6F7F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38BD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9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0" name="mdpr:1-2-ea42c8:item-1:block-27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1" name="mdpr:1-2-ea42c8:item-2:block-27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2" name="mdpr:1-2-ea42c8:item-3:block-27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2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3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1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2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3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4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5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1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2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3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4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5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3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4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6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9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0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9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0" name="mdpr:actions-output-review-326e07:item-1:block-4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1" name="mdpr:actions-output-review-326e07:item-2:block-4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2" name="mdpr:actions-output-review-326e07:item-3:block-4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6F7FB"/>
      </a:lt1>
      <a:dk2>
        <a:srgbClr val="8F8F8F"/>
      </a:dk2>
      <a:lt2>
        <a:srgbClr val="FFFFFF"/>
      </a:lt2>
      <a:accent1>
        <a:srgbClr val="F43F5E"/>
      </a:accent1>
      <a:accent2>
        <a:srgbClr val="38BDF8"/>
      </a:accent2>
      <a:accent3>
        <a:srgbClr val="F43F5E"/>
      </a:accent3>
      <a:accent4>
        <a:srgbClr val="8F8F8F"/>
      </a:accent4>
      <a:accent5>
        <a:srgbClr val="E5E7EB"/>
      </a:accent5>
      <a:accent6>
        <a:srgbClr val="111111"/>
      </a:accent6>
      <a:hlink>
        <a:srgbClr val="F43F5E"/>
      </a:hlink>
      <a:folHlink>
        <a:srgbClr val="38BDF8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2026-07-10T06:44:02Z</dcterms:created>
  <dcterms:modified xsi:type="dcterms:W3CDTF">2026-07-10T06:44:02Z</dcterms:modified>
</cp:coreProperties>
</file>