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6F7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6F7FB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6F7FB"/>
      </a:lt1>
      <a:dk2>
        <a:srgbClr val="4B5563"/>
      </a:dk2>
      <a:lt2>
        <a:srgbClr val="FFFFFF"/>
      </a:lt2>
      <a:accent1>
        <a:srgbClr val="F43F5E"/>
      </a:accent1>
      <a:accent2>
        <a:srgbClr val="38BDF8"/>
      </a:accent2>
      <a:accent3>
        <a:srgbClr val="F43F5E"/>
      </a:accent3>
      <a:accent4>
        <a:srgbClr val="4B5563"/>
      </a:accent4>
      <a:accent5>
        <a:srgbClr val="E5E7EB"/>
      </a:accent5>
      <a:accent6>
        <a:srgbClr val="1F2937"/>
      </a:accent6>
      <a:hlink>
        <a:srgbClr val="F43F5E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2026-07-06T03:49:54Z</dcterms:created>
  <dcterms:modified xsi:type="dcterms:W3CDTF">2026-07-06T03:49:54Z</dcterms:modified>
</cp:coreProperties>
</file>