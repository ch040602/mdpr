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F43F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F8F8F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F8F8F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F43F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F8F8F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7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8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3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5E7EB">
              <a:alpha val="9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6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7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8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9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0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1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2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3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4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5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6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7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8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9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0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3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3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4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5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9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0" name="mdpr:1-2-32ac08:item-1:block-6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1" name="mdpr:1-2-32ac08:item-2:block-6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2" name="mdpr:1-2-32ac08:item-3:block-6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2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3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9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0" name="mdpr:1-2-dfa474:item-1:block-8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1" name="mdpr:1-2-dfa474:item-2:block-8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2" name="mdpr:1-2-dfa474:item-3:block-8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2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3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2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3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2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3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43F5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6F7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389888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389888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2" name="mdpr:1-2-e3669a:left:block-15-chunk-1-block-15-chunk-1"/>
          <p:cNvSpPr txBox="1"/>
          <p:nvPr/>
        </p:nvSpPr>
        <p:spPr>
          <a:xfrm>
            <a:off x="89611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13" name="mdpr:1-2-e3669a:right:block-15-chunk-1-block-15-chunk-1"/>
          <p:cNvSpPr txBox="1"/>
          <p:nvPr/>
        </p:nvSpPr>
        <p:spPr>
          <a:xfrm>
            <a:off x="647395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2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3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3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6F7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6F7FB"/>
          </a:solidFill>
          <a:ln w="12700">
            <a:solidFill>
              <a:srgbClr val="F6F7FB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6F7F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F8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38BD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8" name="Shape 25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F43F5E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9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0" name="mdpr:1-2-ea42c8:item-1:block-27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1" name="mdpr:1-2-ea42c8:item-2:block-27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2" name="mdpr:1-2-ea42c8:item-3:block-27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1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2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3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1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2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3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4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5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1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2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3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4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5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2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3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4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6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9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0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68535" y="420624"/>
            <a:ext cx="1078992" cy="1078992"/>
          </a:xfrm>
          <a:prstGeom prst="ellipse">
            <a:avLst/>
          </a:prstGeom>
          <a:solidFill>
            <a:srgbClr val="F43F5E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43F5E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02920" y="5596128"/>
            <a:ext cx="950976" cy="950976"/>
          </a:xfrm>
          <a:prstGeom prst="ellipse">
            <a:avLst/>
          </a:prstGeom>
          <a:solidFill>
            <a:srgbClr val="38BDF8">
              <a:alpha val="8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38BDF8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28655" y="5760720"/>
            <a:ext cx="658368" cy="658368"/>
          </a:xfrm>
          <a:prstGeom prst="ellipse">
            <a:avLst/>
          </a:prstGeom>
          <a:solidFill>
            <a:srgbClr val="FDE047">
              <a:alpha val="8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FDE047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112703" y="164592"/>
            <a:ext cx="713232" cy="128016"/>
          </a:xfrm>
          <a:prstGeom prst="roundRect">
            <a:avLst>
              <a:gd name="adj" fmla="val 2857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8303" y="219456"/>
            <a:ext cx="841248" cy="109728"/>
          </a:xfrm>
          <a:prstGeom prst="roundRect">
            <a:avLst>
              <a:gd name="adj" fmla="val 33333"/>
            </a:avLst>
          </a:prstGeom>
          <a:solidFill>
            <a:srgbClr val="F43F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43F5E"/>
          </a:solidFill>
          <a:ln w="12700">
            <a:solidFill>
              <a:srgbClr val="F43F5E">
                <a:alpha val="0"/>
              </a:srgbClr>
            </a:solidFill>
            <a:prstDash val="solid"/>
          </a:ln>
        </p:spPr>
      </p:sp>
      <p:sp>
        <p:nvSpPr>
          <p:cNvPr id="19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0" name="mdpr:actions-output-review-326e07:item-1:block-4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1" name="mdpr:actions-output-review-326e07:item-2:block-4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2" name="mdpr:actions-output-review-326e07:item-3:block-4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3F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6F7FB"/>
      </a:lt1>
      <a:dk2>
        <a:srgbClr val="8F8F8F"/>
      </a:dk2>
      <a:lt2>
        <a:srgbClr val="FFFFFF"/>
      </a:lt2>
      <a:accent1>
        <a:srgbClr val="F43F5E"/>
      </a:accent1>
      <a:accent2>
        <a:srgbClr val="38BDF8"/>
      </a:accent2>
      <a:accent3>
        <a:srgbClr val="F43F5E"/>
      </a:accent3>
      <a:accent4>
        <a:srgbClr val="8F8F8F"/>
      </a:accent4>
      <a:accent5>
        <a:srgbClr val="E5E7EB"/>
      </a:accent5>
      <a:accent6>
        <a:srgbClr val="111111"/>
      </a:accent6>
      <a:hlink>
        <a:srgbClr val="F43F5E"/>
      </a:hlink>
      <a:folHlink>
        <a:srgbClr val="38BDF8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2026-07-10T07:02:38Z</dcterms:created>
  <dcterms:modified xsi:type="dcterms:W3CDTF">2026-07-10T07:02:38Z</dcterms:modified>
</cp:coreProperties>
</file>