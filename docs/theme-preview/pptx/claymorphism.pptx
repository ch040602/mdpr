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F8F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F8F8F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F8F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6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8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0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3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4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5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6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7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8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9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0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3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3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2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3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9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2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2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6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6F7F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2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3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9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0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6F7FB"/>
      </a:lt1>
      <a:dk2>
        <a:srgbClr val="8F8F8F"/>
      </a:dk2>
      <a:lt2>
        <a:srgbClr val="FFFFFF"/>
      </a:lt2>
      <a:accent1>
        <a:srgbClr val="F43F5E"/>
      </a:accent1>
      <a:accent2>
        <a:srgbClr val="38BDF8"/>
      </a:accent2>
      <a:accent3>
        <a:srgbClr val="F43F5E"/>
      </a:accent3>
      <a:accent4>
        <a:srgbClr val="8F8F8F"/>
      </a:accent4>
      <a:accent5>
        <a:srgbClr val="E5E7EB"/>
      </a:accent5>
      <a:accent6>
        <a:srgbClr val="111111"/>
      </a:accent6>
      <a:hlink>
        <a:srgbClr val="F43F5E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2026-07-06T05:11:13Z</dcterms:created>
  <dcterms:modified xsi:type="dcterms:W3CDTF">2026-07-06T05:11:13Z</dcterms:modified>
</cp:coreProperties>
</file>