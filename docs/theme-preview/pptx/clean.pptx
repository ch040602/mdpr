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DBEA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2E8F0">
              <a:alpha val="82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2E8F0">
              <a:alpha val="85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BEA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475569"/>
      </a:accent4>
      <a:accent5>
        <a:srgbClr val="E2E8F0"/>
      </a:accent5>
      <a:accent6>
        <a:srgbClr val="111827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2026-06-20T14:51:35Z</dcterms:created>
  <dcterms:modified xsi:type="dcterms:W3CDTF">2026-06-20T14:51:35Z</dcterms:modified>
</cp:coreProperties>
</file>