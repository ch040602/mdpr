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DBEAF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82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75569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475569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image" Target="../media/image-4-9.png"/><Relationship Id="rId10" Type="http://schemas.openxmlformats.org/officeDocument/2006/relationships/image" Target="../media/image-4-10.svg"/><Relationship Id="rId11" Type="http://schemas.openxmlformats.org/officeDocument/2006/relationships/image" Target="../media/image-4-11.png"/><Relationship Id="rId12" Type="http://schemas.openxmlformats.org/officeDocument/2006/relationships/image" Target="../media/image-4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image" Target="../media/image-6-7.png"/><Relationship Id="rId8" Type="http://schemas.openxmlformats.org/officeDocument/2006/relationships/image" Target="../media/image-6-8.svg"/><Relationship Id="rId9" Type="http://schemas.openxmlformats.org/officeDocument/2006/relationships/image" Target="../media/image-6-9.png"/><Relationship Id="rId10" Type="http://schemas.openxmlformats.org/officeDocument/2006/relationships/image" Target="../media/image-6-10.svg"/><Relationship Id="rId11" Type="http://schemas.openxmlformats.org/officeDocument/2006/relationships/image" Target="../media/image-6-11.png"/><Relationship Id="rId12" Type="http://schemas.openxmlformats.org/officeDocument/2006/relationships/image" Target="../media/image-6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image" Target="../media/image-8-9.png"/><Relationship Id="rId10" Type="http://schemas.openxmlformats.org/officeDocument/2006/relationships/image" Target="../media/image-8-10.svg"/><Relationship Id="rId11" Type="http://schemas.openxmlformats.org/officeDocument/2006/relationships/image" Target="../media/image-8-11.png"/><Relationship Id="rId12" Type="http://schemas.openxmlformats.org/officeDocument/2006/relationships/image" Target="../media/image-8-12.svg"/><Relationship Id="rId13" Type="http://schemas.openxmlformats.org/officeDocument/2006/relationships/image" Target="../media/image-8-13.png"/><Relationship Id="rId14" Type="http://schemas.openxmlformats.org/officeDocument/2006/relationships/image" Target="../media/image-8-14.svg"/><Relationship Id="rId15" Type="http://schemas.openxmlformats.org/officeDocument/2006/relationships/image" Target="../media/image-8-15.png"/><Relationship Id="rId16" Type="http://schemas.openxmlformats.org/officeDocument/2006/relationships/image" Target="../media/image-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.xml"/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image" Target="../media/image-17-3.png"/><Relationship Id="rId4" Type="http://schemas.openxmlformats.org/officeDocument/2006/relationships/image" Target="../media/image-17-4.svg"/><Relationship Id="rId5" Type="http://schemas.openxmlformats.org/officeDocument/2006/relationships/image" Target="../media/image-17-5.png"/><Relationship Id="rId6" Type="http://schemas.openxmlformats.org/officeDocument/2006/relationships/image" Target="../media/image-17-6.svg"/><Relationship Id="rId7" Type="http://schemas.openxmlformats.org/officeDocument/2006/relationships/image" Target="../media/image-17-7.png"/><Relationship Id="rId8" Type="http://schemas.openxmlformats.org/officeDocument/2006/relationships/image" Target="../media/image-17-8.svg"/><Relationship Id="rId9" Type="http://schemas.openxmlformats.org/officeDocument/2006/relationships/image" Target="../media/image-17-9.png"/><Relationship Id="rId10" Type="http://schemas.openxmlformats.org/officeDocument/2006/relationships/image" Target="../media/image-17-10.svg"/><Relationship Id="rId11" Type="http://schemas.openxmlformats.org/officeDocument/2006/relationships/image" Target="../media/image-17-11.png"/><Relationship Id="rId12" Type="http://schemas.openxmlformats.org/officeDocument/2006/relationships/image" Target="../media/image-17-12.svg"/><Relationship Id="rId13" Type="http://schemas.openxmlformats.org/officeDocument/2006/relationships/image" Target="../media/image-17-13.png"/><Relationship Id="rId14" Type="http://schemas.openxmlformats.org/officeDocument/2006/relationships/image" Target="../media/image-17-14.svg"/><Relationship Id="rId15" Type="http://schemas.openxmlformats.org/officeDocument/2006/relationships/image" Target="../media/image-17-15.png"/><Relationship Id="rId16" Type="http://schemas.openxmlformats.org/officeDocument/2006/relationships/image" Target="../media/image-17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image" Target="../media/image-18-3.png"/><Relationship Id="rId4" Type="http://schemas.openxmlformats.org/officeDocument/2006/relationships/image" Target="../media/image-18-4.svg"/><Relationship Id="rId5" Type="http://schemas.openxmlformats.org/officeDocument/2006/relationships/image" Target="../media/image-18-5.png"/><Relationship Id="rId6" Type="http://schemas.openxmlformats.org/officeDocument/2006/relationships/image" Target="../media/image-18-6.svg"/><Relationship Id="rId7" Type="http://schemas.openxmlformats.org/officeDocument/2006/relationships/image" Target="../media/image-18-7.png"/><Relationship Id="rId8" Type="http://schemas.openxmlformats.org/officeDocument/2006/relationships/image" Target="../media/image-18-8.svg"/><Relationship Id="rId9" Type="http://schemas.openxmlformats.org/officeDocument/2006/relationships/image" Target="../media/image-18-9.png"/><Relationship Id="rId10" Type="http://schemas.openxmlformats.org/officeDocument/2006/relationships/image" Target="../media/image-18-10.svg"/><Relationship Id="rId11" Type="http://schemas.openxmlformats.org/officeDocument/2006/relationships/image" Target="../media/image-18-11.png"/><Relationship Id="rId12" Type="http://schemas.openxmlformats.org/officeDocument/2006/relationships/image" Target="../media/image-18-12.svg"/><Relationship Id="rId13" Type="http://schemas.openxmlformats.org/officeDocument/2006/relationships/image" Target="../media/image-18-13.png"/><Relationship Id="rId14" Type="http://schemas.openxmlformats.org/officeDocument/2006/relationships/image" Target="../media/image-18-14.svg"/><Relationship Id="rId15" Type="http://schemas.openxmlformats.org/officeDocument/2006/relationships/image" Target="../media/image-18-15.png"/><Relationship Id="rId16" Type="http://schemas.openxmlformats.org/officeDocument/2006/relationships/image" Target="../media/image-1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357055" y="6528816"/>
            <a:ext cx="2148840" cy="73152"/>
          </a:xfrm>
          <a:prstGeom prst="rect">
            <a:avLst/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Composition Grammar QA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6199632"/>
            <a:ext cx="2011680" cy="4572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80760" y="1389888"/>
            <a:ext cx="22860" cy="4663440"/>
          </a:xfrm>
          <a:prstGeom prst="rect">
            <a:avLst/>
          </a:prstGeom>
          <a:solidFill>
            <a:srgbClr val="E2E8F0">
              <a:alpha val="9000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389888"/>
            <a:ext cx="73152" cy="65836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2194560"/>
            <a:ext cx="73152" cy="65836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2990088"/>
            <a:ext cx="73152" cy="65836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794760"/>
            <a:ext cx="73152" cy="65836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4599432"/>
            <a:ext cx="73152" cy="65836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5394960"/>
            <a:ext cx="73152" cy="65836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72784" y="1389888"/>
            <a:ext cx="73152" cy="65836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72784" y="2194560"/>
            <a:ext cx="73152" cy="65836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72784" y="2990088"/>
            <a:ext cx="73152" cy="65836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72784" y="3794760"/>
            <a:ext cx="73152" cy="65836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4599432"/>
            <a:ext cx="73152" cy="65836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72784" y="5394960"/>
            <a:ext cx="73152" cy="65836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3800" dirty="0"/>
          </a:p>
        </p:txBody>
      </p:sp>
      <p:sp>
        <p:nvSpPr>
          <p:cNvPr id="19" name="Text 17"/>
          <p:cNvSpPr txBox="1"/>
          <p:nvPr/>
        </p:nvSpPr>
        <p:spPr>
          <a:xfrm>
            <a:off x="1042416" y="14813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Preview Purpose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1042416" y="22860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1042416" y="30815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Style Families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1042416" y="38862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1042416" y="4690872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1042416" y="54864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Table Coherence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6492240" y="14813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Chart and Table Pair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6492240" y="22860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Editable Proof Objects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492240" y="30815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Object Shape Grammar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6492240" y="38862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Icon and Text Aside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6492240" y="4690872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Overflow Guard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6492240" y="54864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Actions Output Review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914400" y="1417320"/>
            <a:ext cx="10241280" cy="13258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Purpose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decks must prove hierarchy, evidence, and object grammar before decoration.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Fixture type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Actions theme preview source.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 shape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bullets, bounded tables, and one-slide diagrams.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Review target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readable, coherent, composition-aware output.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3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14" name="Shape 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5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17" name="Shape 1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8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20" name="Shape 1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1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3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</a:t>
            </a:r>
            <a:endParaRPr lang="en-US" sz="3400" dirty="0"/>
          </a:p>
        </p:txBody>
      </p:sp>
      <p:sp>
        <p:nvSpPr>
          <p:cNvPr id="14" name="Shape 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5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 / minimalism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restrained structural baselines.</a:t>
            </a:r>
            <a:endParaRPr lang="en-US" sz="2200" dirty="0"/>
          </a:p>
        </p:txBody>
      </p:sp>
      <p:sp>
        <p:nvSpPr>
          <p:cNvPr id="17" name="Shape 1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8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Executive / technical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structured operational hierarchy.</a:t>
            </a:r>
            <a:endParaRPr lang="en-US" sz="2200" dirty="0"/>
          </a:p>
        </p:txBody>
      </p:sp>
      <p:sp>
        <p:nvSpPr>
          <p:cNvPr id="20" name="Shape 1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1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Editorial / magazine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warmer page rhythm.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 (Cont. 2/2)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or softly raised surfaces.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Glass / grid / data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distinct surface and background grammar.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16" name="Shape 1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7" name="Image 4" descr="tab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19" name="Shape 1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0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  <p:sp>
        <p:nvSpPr>
          <p:cNvPr id="22" name="Shape 1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3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25" name="Shape 1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6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8" name="Shape 6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9" name="Shape 7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QA signal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20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E2E8F0">
              <a:alpha val="8200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E2E8F0">
              <a:alpha val="8500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F8FAFC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E2E8F0">
                <a:alpha val="9500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E2E8F0">
                <a:alpha val="9500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24" name="Text 21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25" name="Text 22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DBEAF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18" name="Shape 15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22" name="Shape 19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87552" y="1572768"/>
            <a:ext cx="1009497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Ticket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Two-corner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16" name="Shape 1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7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19" name="Shape 1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0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22" name="Shape 1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3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25" name="Shape 1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6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16" name="Shape 1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7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19" name="Shape 1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0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22" name="Shape 1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3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25" name="Shape 1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6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3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14" name="Shape 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5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17" name="Shape 1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8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20" name="Shape 1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1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827"/>
      </a:dk1>
      <a:lt1>
        <a:srgbClr val="F8FAFC"/>
      </a:lt1>
      <a:dk2>
        <a:srgbClr val="475569"/>
      </a:dk2>
      <a:lt2>
        <a:srgbClr val="FFFFFF"/>
      </a:lt2>
      <a:accent1>
        <a:srgbClr val="2563EB"/>
      </a:accent1>
      <a:accent2>
        <a:srgbClr val="DBEAFE"/>
      </a:accent2>
      <a:accent3>
        <a:srgbClr val="2563EB"/>
      </a:accent3>
      <a:accent4>
        <a:srgbClr val="475569"/>
      </a:accent4>
      <a:accent5>
        <a:srgbClr val="E2E8F0"/>
      </a:accent5>
      <a:accent6>
        <a:srgbClr val="111827"/>
      </a:accent6>
      <a:hlink>
        <a:srgbClr val="2563EB"/>
      </a:hlink>
      <a:folHlink>
        <a:srgbClr val="DBEAFE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Composition Grammar QA</dc:title>
  <dc:subject>Generated from Markdown through Presentation IR and Layout IR</dc:subject>
  <dc:creator>mdpresent</dc:creator>
  <cp:lastModifiedBy>mdpresent</cp:lastModifiedBy>
  <cp:revision>1</cp:revision>
  <dcterms:created xsi:type="dcterms:W3CDTF">2026-06-20T14:15:10Z</dcterms:created>
  <dcterms:modified xsi:type="dcterms:W3CDTF">2026-06-20T14:15:10Z</dcterms:modified>
</cp:coreProperties>
</file>