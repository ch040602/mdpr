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DBEA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5569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Composition Grammar QA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1572768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927860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282952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38044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Semantics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993136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348228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703320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058412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4413504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4768596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5123688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5478780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decks must prove hierarchy, evidence, and object grammar before decoration.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Fixture type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Actions theme preview source.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 shape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bullets, bounded tables, and one-slide diagrams.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Review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readable, coherent, composition-aware output.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868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417320"/>
            <a:ext cx="102412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60320"/>
            <a:ext cx="10241280" cy="868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4400" y="2560320"/>
            <a:ext cx="102412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703320"/>
            <a:ext cx="10241280" cy="8686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14400" y="3703320"/>
            <a:ext cx="102412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13" name="Shape 8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82496" y="1508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16" name="Shape 10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82496" y="2651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682496" y="3794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868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417320"/>
            <a:ext cx="102412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60320"/>
            <a:ext cx="10241280" cy="868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4400" y="2560320"/>
            <a:ext cx="102412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703320"/>
            <a:ext cx="10241280" cy="8686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14400" y="3703320"/>
            <a:ext cx="102412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3400" dirty="0"/>
          </a:p>
        </p:txBody>
      </p:sp>
      <p:sp>
        <p:nvSpPr>
          <p:cNvPr id="13" name="Shape 8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82496" y="1508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Plain / clean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low-decoration baselines.</a:t>
            </a:r>
            <a:endParaRPr lang="en-US" sz="2200" dirty="0"/>
          </a:p>
        </p:txBody>
      </p:sp>
      <p:sp>
        <p:nvSpPr>
          <p:cNvPr id="16" name="Shape 10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82496" y="2651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/ technical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structured operational hierarchy.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682496" y="3794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Editorial / magazine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warmer page rhythm.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 (Cont. 2/2)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or softly raised surfaces.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Glass / grid / data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distinct surface and background grammar.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Semantics</a:t>
            </a:r>
            <a:endParaRPr lang="en-US" sz="3400" dirty="0"/>
          </a:p>
        </p:txBody>
      </p:sp>
      <p:sp>
        <p:nvSpPr>
          <p:cNvPr id="16" name="Shape 10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  <p:sp>
        <p:nvSpPr>
          <p:cNvPr id="22" name="Shape 1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25" name="Shape 16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QA signal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20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E2E8F0">
              <a:alpha val="82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E2E8F0">
              <a:alpha val="85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Ticket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Two-corner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16" name="Shape 10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22" name="Shape 1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25" name="Shape 16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16" name="Shape 10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22" name="Shape 1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25" name="Shape 16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868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417320"/>
            <a:ext cx="102412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60320"/>
            <a:ext cx="10241280" cy="868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4400" y="2560320"/>
            <a:ext cx="102412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703320"/>
            <a:ext cx="10241280" cy="8686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14400" y="3703320"/>
            <a:ext cx="102412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13" name="Shape 8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82496" y="1508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16" name="Shape 10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82496" y="2651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682496" y="3794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8FAFC"/>
      </a:lt1>
      <a:dk2>
        <a:srgbClr val="475569"/>
      </a:dk2>
      <a:lt2>
        <a:srgbClr val="FFFFFF"/>
      </a:lt2>
      <a:accent1>
        <a:srgbClr val="2563EB"/>
      </a:accent1>
      <a:accent2>
        <a:srgbClr val="DBEAFE"/>
      </a:accent2>
      <a:accent3>
        <a:srgbClr val="2563EB"/>
      </a:accent3>
      <a:accent4>
        <a:srgbClr val="475569"/>
      </a:accent4>
      <a:accent5>
        <a:srgbClr val="E2E8F0"/>
      </a:accent5>
      <a:accent6>
        <a:srgbClr val="111827"/>
      </a:accent6>
      <a:hlink>
        <a:srgbClr val="2563EB"/>
      </a:hlink>
      <a:folHlink>
        <a:srgbClr val="DBEAF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Composition Grammar QA</dc:title>
  <dc:subject>Generated from Markdown through Presentation IR and Layout IR</dc:subject>
  <dc:creator>mdpresent</dc:creator>
  <cp:lastModifiedBy>mdpresent</cp:lastModifiedBy>
  <cp:revision>1</cp:revision>
  <dcterms:created xsi:type="dcterms:W3CDTF">2026-06-20T12:46:09Z</dcterms:created>
  <dcterms:modified xsi:type="dcterms:W3CDTF">2026-06-20T12:46:09Z</dcterms:modified>
</cp:coreProperties>
</file>