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BEA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 or metric rails.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 for ordinary decks.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clean-card,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2E8F0">
              <a:alpha val="82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2E8F0">
              <a:alpha val="85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BEA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8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3" name="Text 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4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2026-06-22T03:16:15Z</dcterms:created>
  <dcterms:modified xsi:type="dcterms:W3CDTF">2026-06-22T03:16:15Z</dcterms:modified>
</cp:coreProperties>
</file>