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BEA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image" Target="../media/image-9-15.png"/><Relationship Id="rId16" Type="http://schemas.openxmlformats.org/officeDocument/2006/relationships/image" Target="../media/image-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image" Target="../media/image-20-7.png"/><Relationship Id="rId8" Type="http://schemas.openxmlformats.org/officeDocument/2006/relationships/image" Target="../media/image-20-8.svg"/><Relationship Id="rId9" Type="http://schemas.openxmlformats.org/officeDocument/2006/relationships/image" Target="../media/image-20-9.png"/><Relationship Id="rId10" Type="http://schemas.openxmlformats.org/officeDocument/2006/relationships/image" Target="../media/image-20-10.sv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sv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sv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2.xml"/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8" Type="http://schemas.openxmlformats.org/officeDocument/2006/relationships/image" Target="../media/image-23-7.png"/><Relationship Id="rId9" Type="http://schemas.openxmlformats.org/officeDocument/2006/relationships/image" Target="../media/image-23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asymmetric rhythm and publication-like accents.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surfaces, construction lines, or metric rails.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magazine-rail, grid-baseline,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2E8F0">
              <a:alpha val="82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2E8F0">
              <a:alpha val="85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BEA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8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3" name="Text 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4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2026-06-20T17:50:23Z</dcterms:created>
  <dcterms:modified xsi:type="dcterms:W3CDTF">2026-06-20T17:50:23Z</dcterms:modified>
</cp:coreProperties>
</file>