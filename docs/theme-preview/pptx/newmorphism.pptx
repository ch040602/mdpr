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8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3657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image" Target="../media/image-9-13.png"/><Relationship Id="rId14" Type="http://schemas.openxmlformats.org/officeDocument/2006/relationships/image" Target="../media/image-9-14.svg"/><Relationship Id="rId15" Type="http://schemas.openxmlformats.org/officeDocument/2006/relationships/image" Target="../media/image-9-15.png"/><Relationship Id="rId16" Type="http://schemas.openxmlformats.org/officeDocument/2006/relationships/image" Target="../media/image-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7.xml"/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image" Target="../media/image-20-3.png"/><Relationship Id="rId4" Type="http://schemas.openxmlformats.org/officeDocument/2006/relationships/image" Target="../media/image-20-4.svg"/><Relationship Id="rId5" Type="http://schemas.openxmlformats.org/officeDocument/2006/relationships/image" Target="../media/image-20-5.png"/><Relationship Id="rId6" Type="http://schemas.openxmlformats.org/officeDocument/2006/relationships/image" Target="../media/image-20-6.svg"/><Relationship Id="rId7" Type="http://schemas.openxmlformats.org/officeDocument/2006/relationships/image" Target="../media/image-20-7.png"/><Relationship Id="rId8" Type="http://schemas.openxmlformats.org/officeDocument/2006/relationships/image" Target="../media/image-20-8.svg"/><Relationship Id="rId9" Type="http://schemas.openxmlformats.org/officeDocument/2006/relationships/image" Target="../media/image-20-9.png"/><Relationship Id="rId10" Type="http://schemas.openxmlformats.org/officeDocument/2006/relationships/image" Target="../media/image-20-10.sv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sv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svg"/><Relationship Id="rId15" Type="http://schemas.openxmlformats.org/officeDocument/2006/relationships/image" Target="../media/image-20-15.png"/><Relationship Id="rId16" Type="http://schemas.openxmlformats.org/officeDocument/2006/relationships/image" Target="../media/image-20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8.xml"/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8" Type="http://schemas.openxmlformats.org/officeDocument/2006/relationships/image" Target="../media/image-23-7.png"/><Relationship Id="rId9" Type="http://schemas.openxmlformats.org/officeDocument/2006/relationships/image" Target="../media/image-23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image" Target="../media/image-24-9.png"/><Relationship Id="rId10" Type="http://schemas.openxmlformats.org/officeDocument/2006/relationships/image" Target="../media/image-24-10.sv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D5DCE7">
              <a:alpha val="90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pruned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QA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asymmetric rhythm and publication-like accents.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 or soft raised surfaces.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surfaces, construction lines, or metric rails.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magazine-rail, grid-baseline, glass-surface, newmorphic-panel, data-rail, minimal-rule.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5DCE7">
              <a:alpha val="82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BD5E1"/>
          </a:solidFill>
          <a:ln w="12700">
            <a:solidFill>
              <a:srgbClr val="E9EEF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5DCE7">
              <a:alpha val="85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24304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3428" y="1513332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780276" y="1431036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12280" y="1463040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2" name="Image 1" descr="Safe frame diagram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956" y="1495044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7804" y="1412748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1444752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18988" y="1531620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45836" y="1449324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77840" y="1481328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618988" y="3963924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545836" y="3881628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577840" y="3913632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1" name="Text 14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2" name="Image 3" descr="Safe frame diagram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43041"/>
      </a:dk1>
      <a:lt1>
        <a:srgbClr val="E9EEF5"/>
      </a:lt1>
      <a:dk2>
        <a:srgbClr val="536579"/>
      </a:dk2>
      <a:lt2>
        <a:srgbClr val="E9EEF5"/>
      </a:lt2>
      <a:accent1>
        <a:srgbClr val="4F6F8F"/>
      </a:accent1>
      <a:accent2>
        <a:srgbClr val="CBD5E1"/>
      </a:accent2>
      <a:accent3>
        <a:srgbClr val="4F6F8F"/>
      </a:accent3>
      <a:accent4>
        <a:srgbClr val="536579"/>
      </a:accent4>
      <a:accent5>
        <a:srgbClr val="D5DCE7"/>
      </a:accent5>
      <a:accent6>
        <a:srgbClr val="243041"/>
      </a:accent6>
      <a:hlink>
        <a:srgbClr val="4F6F8F"/>
      </a:hlink>
      <a:folHlink>
        <a:srgbClr val="CBD5E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2026-06-20T17:50:45Z</dcterms:created>
  <dcterms:modified xsi:type="dcterms:W3CDTF">2026-06-20T17:50:45Z</dcterms:modified>
</cp:coreProperties>
</file>