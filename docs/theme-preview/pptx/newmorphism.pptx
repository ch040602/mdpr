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3657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6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D5DCE7">
              <a:alpha val="90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2430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43041"/>
      </a:dk1>
      <a:lt1>
        <a:srgbClr val="E9EEF5"/>
      </a:lt1>
      <a:dk2>
        <a:srgbClr val="53657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536579"/>
      </a:accent4>
      <a:accent5>
        <a:srgbClr val="D5DCE7"/>
      </a:accent5>
      <a:accent6>
        <a:srgbClr val="24304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2026-06-20T14:03:37Z</dcterms:created>
  <dcterms:modified xsi:type="dcterms:W3CDTF">2026-06-20T14:03:37Z</dcterms:modified>
</cp:coreProperties>
</file>