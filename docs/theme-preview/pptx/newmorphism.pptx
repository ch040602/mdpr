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8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2610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2528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3753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3671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2610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2528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3753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3671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2610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2528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3753612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3671316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2026-06-20T12:46:44Z</dcterms:created>
  <dcterms:modified xsi:type="dcterms:W3CDTF">2026-06-20T12:46:44Z</dcterms:modified>
</cp:coreProperties>
</file>