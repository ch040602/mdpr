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9898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6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17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18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19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0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1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2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3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5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16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17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18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19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20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  <p:sp>
        <p:nvSpPr>
          <p:cNvPr id="21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4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5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1" name="mdpr:1-2-32ac08:item-1:block-6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2" name="mdpr:1-2-32ac08:item-2:block-6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3" name="mdpr:1-2-32ac08:item-3:block-6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8" name="mdpr:2-2-14f8eb:left:block-6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9" name="mdpr:2-2-14f8eb:right:block-6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1" name="mdpr:1-2-dfa474:item-1:block-8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2" name="mdpr:1-2-dfa474:item-2:block-8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3" name="mdpr:1-2-dfa474:item-3:block-8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8" name="mdpr:2-2-149bde:left:block-8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9" name="mdpr:2-2-149bde:right:block-8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257403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2491740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252374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55548" y="389991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82396" y="3817620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14400" y="384962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7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mdpr:1-2-5a84f1:item-1:block-10-chunk-1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mdpr:1-2-5a84f1:item-2:block-10-chunk-1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257403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2491740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252374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55548" y="389991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82396" y="3817620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914400" y="384962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7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8" name="mdpr:2-2-a9df10:item-1:block-10-chunk-2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9" name="mdpr:2-2-a9df10:item-2:block-10-chunk-2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8" name="mdpr:1-2-e3669a:left:block-15-chunk-1-block-15-chunk-1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9" name="mdpr:1-2-e3669a:right:block-15-chunk-1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8" name="mdpr:2-2-c23e9b:left:block-15-chunk-2-block-15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1800" dirty="0"/>
          </a:p>
        </p:txBody>
      </p:sp>
      <p:sp>
        <p:nvSpPr>
          <p:cNvPr id="9" name="mdpr:2-2-c23e9b:right:block-15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1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3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1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1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1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Shape 9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8" name="Shape 25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1" name="mdpr:1-2-ea42c8:item-1:block-27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2" name="mdpr:1-2-ea42c8:item-2:block-27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3" name="mdpr:1-2-ea42c8:item-3:block-27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9" name="mdpr:2-2-4f71ba:body:block-27-chunk-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7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8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9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0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1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7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8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9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0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1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3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4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3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4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1" name="mdpr:actions-output-review-326e07:item-1:block-4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2" name="mdpr:actions-output-review-326e07:item-2:block-4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3" name="mdpr:actions-output-review-326e07:item-3:block-4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9EEF5"/>
      </a:lt1>
      <a:dk2>
        <a:srgbClr val="89898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898989"/>
      </a:accent4>
      <a:accent5>
        <a:srgbClr val="D5DCE7"/>
      </a:accent5>
      <a:accent6>
        <a:srgbClr val="11111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2026-07-13T19:16:19Z</dcterms:created>
  <dcterms:modified xsi:type="dcterms:W3CDTF">2026-07-13T19:16:19Z</dcterms:modified>
</cp:coreProperties>
</file>