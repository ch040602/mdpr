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4F6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98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9898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F6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9898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1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2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D5DCE7">
              <a:alpha val="90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3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24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5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26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7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28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29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0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1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32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33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34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35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36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8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9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467612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385316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17320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1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2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3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BD5E1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1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mdpr:1-2-32ac08:item-1:block-6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6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mdpr:1-2-32ac08:item-2:block-6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mdpr:1-2-32ac08:item-3:block-6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7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8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9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BD5E1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1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mdpr:1-2-dfa474:item-1:block-8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6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mdpr:1-2-dfa474:item-2:block-8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mdpr:1-2-dfa474:item-3:block-8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7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8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9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7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8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9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7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8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9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05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773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641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09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505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773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7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8" name="mdpr:1-2-e3669a:item-1:block-15-chunk-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0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1" name="mdpr:1-2-e3669a:item-2:block-15-chunk-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3" name="Image 6" descr="chart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4" name="mdpr:1-2-e3669a:item-3:block-15-chunk-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2200" dirty="0"/>
          </a:p>
        </p:txBody>
      </p:sp>
      <p:sp>
        <p:nvSpPr>
          <p:cNvPr id="35" name="Shape 2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6" name="Image 7" descr="flow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7" name="mdpr:1-2-e3669a:item-4:block-15-chunk-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Connectors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7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8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9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467612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385316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17320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9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7196" y="1476756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24044" y="1394460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56048" y="1426464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0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1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467612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385316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17320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9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467612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385316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9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5DCE7">
              <a:alpha val="82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989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989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D5DCE7">
              <a:alpha val="85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D5DCE7">
                <a:alpha val="9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D5DCE7">
                <a:alpha val="95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989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989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989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467612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385316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9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4F6F8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BD5E1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1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mdpr:1-2-ea42c8:item-1:block-27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6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mdpr:1-2-ea42c8:item-2:block-27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mdpr:1-2-ea42c8:item-3:block-27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7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8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9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05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773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641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09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505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773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7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8" name="mdpr:icon-and-text-aside-8429fc:item-1:block-29"/>
          <p:cNvSpPr txBox="1"/>
          <p:nvPr/>
        </p:nvSpPr>
        <p:spPr>
          <a:xfrm>
            <a:off x="1689354" y="2033016"/>
            <a:ext cx="3961638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0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1" name="mdpr:icon-and-text-aside-8429fc:item-2:block-29"/>
          <p:cNvSpPr txBox="1"/>
          <p:nvPr/>
        </p:nvSpPr>
        <p:spPr>
          <a:xfrm>
            <a:off x="71757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3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4" name="mdpr:icon-and-text-aside-8429fc:item-3:block-29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5" name="Shape 2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6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7" name="mdpr:icon-and-text-aside-8429fc:item-4:block-2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05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773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641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09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505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773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8" name="mdpr:overflow-guard-f8d03e:item-1:block-31"/>
          <p:cNvSpPr txBox="1"/>
          <p:nvPr/>
        </p:nvSpPr>
        <p:spPr>
          <a:xfrm>
            <a:off x="16893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0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1" name="mdpr:overflow-guard-f8d03e:item-2:block-31"/>
          <p:cNvSpPr txBox="1"/>
          <p:nvPr/>
        </p:nvSpPr>
        <p:spPr>
          <a:xfrm>
            <a:off x="7175754" y="1697736"/>
            <a:ext cx="3961638" cy="14508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3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4" name="mdpr:overflow-guard-f8d03e:item-3:block-31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5" name="Shape 2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36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7" name="mdpr:overflow-guard-f8d03e:item-4:block-31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3428" y="1513332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0276" y="1431036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12280" y="1463040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0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11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2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" y="1495044"/>
            <a:ext cx="4617720" cy="2359152"/>
          </a:xfrm>
          <a:prstGeom prst="roundRect">
            <a:avLst>
              <a:gd name="adj" fmla="val 2326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7804" y="1412748"/>
            <a:ext cx="4617720" cy="2359152"/>
          </a:xfrm>
          <a:prstGeom prst="roundRect">
            <a:avLst>
              <a:gd name="adj" fmla="val 2326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44752"/>
            <a:ext cx="4617720" cy="2359152"/>
          </a:xfrm>
          <a:prstGeom prst="roundRect">
            <a:avLst>
              <a:gd name="adj" fmla="val 2326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18988" y="1531620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45836" y="1449324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481328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18988" y="3963924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45836" y="3881628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77840" y="3913632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8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22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5DC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BD5E1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1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3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mdpr:actions-output-review-326e07:item-1:block-4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6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mdpr:actions-output-review-326e07:item-2:block-4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E9EEF5"/>
          </a:solidFill>
          <a:ln w="12700">
            <a:solidFill>
              <a:srgbClr val="D5DCE7"/>
            </a:solidFill>
            <a:prstDash val="solid"/>
          </a:ln>
        </p:spPr>
      </p:sp>
      <p:pic>
        <p:nvPicPr>
          <p:cNvPr id="29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mdpr:actions-output-review-326e07:item-3:block-4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E9EEF5"/>
      </a:lt1>
      <a:dk2>
        <a:srgbClr val="898989"/>
      </a:dk2>
      <a:lt2>
        <a:srgbClr val="E9EEF5"/>
      </a:lt2>
      <a:accent1>
        <a:srgbClr val="4F6F8F"/>
      </a:accent1>
      <a:accent2>
        <a:srgbClr val="CBD5E1"/>
      </a:accent2>
      <a:accent3>
        <a:srgbClr val="4F6F8F"/>
      </a:accent3>
      <a:accent4>
        <a:srgbClr val="898989"/>
      </a:accent4>
      <a:accent5>
        <a:srgbClr val="D5DCE7"/>
      </a:accent5>
      <a:accent6>
        <a:srgbClr val="111111"/>
      </a:accent6>
      <a:hlink>
        <a:srgbClr val="4F6F8F"/>
      </a:hlink>
      <a:folHlink>
        <a:srgbClr val="CBD5E1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2026-07-06T04:52:15Z</dcterms:created>
  <dcterms:modified xsi:type="dcterms:W3CDTF">2026-07-06T04:52:15Z</dcterms:modified>
</cp:coreProperties>
</file>