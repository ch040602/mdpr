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48640"/>
            <a:ext cx="6583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Template master preservation fixture</a:t>
            </a: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548640" y="6217920"/>
            <a:ext cx="10972800" cy="73152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111827"/>
      </a:dk1>
      <a:lt1>
        <a:srgbClr val="F8FAFC"/>
      </a:lt1>
      <a:dk2>
        <a:srgbClr val="44546A"/>
      </a:dk2>
      <a:lt2>
        <a:srgbClr val="E7E6E6"/>
      </a:lt2>
      <a:accent1>
        <a:srgbClr val="0F766E"/>
      </a:accent1>
      <a:accent2>
        <a:srgbClr val="F0AA1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mdpresent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Template Master Preservation Fixture</dc:title>
  <dc:subject>template-master-preservation</dc:subject>
  <dc:creator>mdpresent-test</dc:creator>
  <cp:lastModifiedBy>mdpresent-test</cp:lastModifiedBy>
  <cp:revision>1</cp:revision>
  <dcterms:created xsi:type="dcterms:W3CDTF">2026-07-09T07:34:40Z</dcterms:created>
  <dcterms:modified xsi:type="dcterms:W3CDTF">2026-07-09T07:34:40Z</dcterms:modified>
</cp:coreProperties>
</file>